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9" r:id="rId3"/>
    <p:sldId id="275" r:id="rId4"/>
    <p:sldId id="274" r:id="rId5"/>
    <p:sldId id="276" r:id="rId6"/>
    <p:sldId id="277" r:id="rId7"/>
    <p:sldId id="278" r:id="rId8"/>
    <p:sldId id="280" r:id="rId9"/>
    <p:sldId id="257" r:id="rId10"/>
    <p:sldId id="258" r:id="rId11"/>
    <p:sldId id="259" r:id="rId12"/>
    <p:sldId id="260" r:id="rId13"/>
    <p:sldId id="272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2BF6F5F-F95B-41F6-BD74-1871CDA03D12}" type="datetimeFigureOut">
              <a:rPr lang="en-US" smtClean="0"/>
              <a:t>27-Aug-15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0599444-A6DE-443A-A1B7-18E8476FD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778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earchsqlserver.techtarget.com/definition/library" TargetMode="External"/><Relationship Id="rId2" Type="http://schemas.openxmlformats.org/officeDocument/2006/relationships/hyperlink" Target="http://searchsoa.techtarget.com/definition/Jav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hatis.techtarget.com/definition/bind" TargetMode="External"/><Relationship Id="rId2" Type="http://schemas.openxmlformats.org/officeDocument/2006/relationships/hyperlink" Target="http://searchsoa.techtarget.com/definition/Java-virtual-machin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image" Target="../media/image6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pringsource.com/repository/app/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OSGI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OSGI</a:t>
            </a:r>
          </a:p>
          <a:p>
            <a:r>
              <a:rPr lang="en-US" smtClean="0"/>
              <a:t>OSGI </a:t>
            </a:r>
            <a:r>
              <a:rPr lang="en-US" smtClean="0"/>
              <a:t>Architecture</a:t>
            </a:r>
            <a:endParaRPr lang="en-US" dirty="0" smtClean="0"/>
          </a:p>
          <a:p>
            <a:r>
              <a:rPr lang="en-US" dirty="0" smtClean="0"/>
              <a:t>Deployment model</a:t>
            </a:r>
          </a:p>
          <a:p>
            <a:r>
              <a:rPr lang="en-US" dirty="0" smtClean="0"/>
              <a:t>Container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1744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OSGI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OSGi</a:t>
            </a:r>
            <a:r>
              <a:rPr lang="en-US" dirty="0"/>
              <a:t> (Open Service Gateway Initiative) is a </a:t>
            </a:r>
            <a:r>
              <a:rPr lang="en-US" dirty="0">
                <a:hlinkClick r:id="rId2"/>
              </a:rPr>
              <a:t>Java</a:t>
            </a:r>
            <a:r>
              <a:rPr lang="en-US" dirty="0"/>
              <a:t> framework for developing and deploying modular software programs and </a:t>
            </a:r>
            <a:r>
              <a:rPr lang="en-US" dirty="0">
                <a:hlinkClick r:id="rId3"/>
              </a:rPr>
              <a:t>libraries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584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Trend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Application tend to grow bigger</a:t>
            </a:r>
          </a:p>
          <a:p>
            <a:r>
              <a:rPr lang="en-US" dirty="0" smtClean="0"/>
              <a:t>Agile methodology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689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Dependency Management</a:t>
            </a:r>
          </a:p>
          <a:p>
            <a:r>
              <a:rPr lang="en-US" dirty="0" smtClean="0"/>
              <a:t>Versioning</a:t>
            </a:r>
          </a:p>
          <a:p>
            <a:r>
              <a:rPr lang="en-US" dirty="0" smtClean="0"/>
              <a:t>Deployment</a:t>
            </a:r>
          </a:p>
          <a:p>
            <a:r>
              <a:rPr lang="en-US" dirty="0" smtClean="0"/>
              <a:t>Maintenance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7788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more challenges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Zero downtime</a:t>
            </a:r>
          </a:p>
          <a:p>
            <a:r>
              <a:rPr lang="en-US" dirty="0" smtClean="0"/>
              <a:t>Modular deployment</a:t>
            </a:r>
          </a:p>
          <a:p>
            <a:r>
              <a:rPr lang="en-US" dirty="0" smtClean="0"/>
              <a:t>Version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5666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terms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Loose coupling</a:t>
            </a:r>
          </a:p>
          <a:p>
            <a:r>
              <a:rPr lang="en-US" dirty="0" smtClean="0"/>
              <a:t>High cohesion</a:t>
            </a:r>
          </a:p>
          <a:p>
            <a:r>
              <a:rPr lang="en-US" dirty="0" smtClean="0"/>
              <a:t>Divide and conquer</a:t>
            </a:r>
          </a:p>
          <a:p>
            <a:r>
              <a:rPr lang="en-US" dirty="0" smtClean="0"/>
              <a:t>Separation of concern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2584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Runtime modularity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Jar file is runtime modularity</a:t>
            </a:r>
          </a:p>
          <a:p>
            <a:endParaRPr lang="en-US" dirty="0" smtClean="0"/>
          </a:p>
          <a:p>
            <a:r>
              <a:rPr lang="en-US" dirty="0" smtClean="0"/>
              <a:t>Issues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 Jar is missing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there is one Jar too many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 class is not visible where it should be</a:t>
            </a:r>
          </a:p>
          <a:p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9382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OSGI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Specification </a:t>
            </a:r>
            <a:r>
              <a:rPr lang="en-US" dirty="0"/>
              <a:t>for modular components called </a:t>
            </a:r>
            <a:r>
              <a:rPr lang="en-US" dirty="0" smtClean="0"/>
              <a:t>bundles </a:t>
            </a:r>
          </a:p>
          <a:p>
            <a:pPr lvl="1"/>
            <a:r>
              <a:rPr lang="en-US" dirty="0" smtClean="0"/>
              <a:t>defines an infrastructure for a bundle's life cycle</a:t>
            </a:r>
          </a:p>
          <a:p>
            <a:pPr lvl="1"/>
            <a:r>
              <a:rPr lang="en-US" dirty="0" smtClean="0"/>
              <a:t>determines how bundles will interact.  </a:t>
            </a:r>
          </a:p>
          <a:p>
            <a:r>
              <a:rPr lang="en-US" dirty="0" smtClean="0"/>
              <a:t>Java </a:t>
            </a:r>
            <a:r>
              <a:rPr lang="en-US" dirty="0"/>
              <a:t>Virtual Machine (</a:t>
            </a:r>
            <a:r>
              <a:rPr lang="en-US" dirty="0">
                <a:hlinkClick r:id="rId2"/>
              </a:rPr>
              <a:t>JVM</a:t>
            </a:r>
            <a:r>
              <a:rPr lang="en-US" dirty="0"/>
              <a:t>)-level service registry </a:t>
            </a:r>
            <a:r>
              <a:rPr lang="en-US" dirty="0" smtClean="0"/>
              <a:t>to </a:t>
            </a:r>
          </a:p>
          <a:p>
            <a:pPr lvl="1"/>
            <a:r>
              <a:rPr lang="en-US" dirty="0" smtClean="0"/>
              <a:t>Publish</a:t>
            </a:r>
          </a:p>
          <a:p>
            <a:pPr lvl="1"/>
            <a:r>
              <a:rPr lang="en-US" dirty="0" smtClean="0"/>
              <a:t>discover </a:t>
            </a:r>
          </a:p>
          <a:p>
            <a:pPr lvl="1"/>
            <a:r>
              <a:rPr lang="en-US" dirty="0" smtClean="0">
                <a:hlinkClick r:id="rId3"/>
              </a:rPr>
              <a:t>bind</a:t>
            </a:r>
            <a:r>
              <a:rPr lang="en-US" dirty="0" smtClean="0"/>
              <a:t> </a:t>
            </a:r>
            <a:r>
              <a:rPr lang="en-US" dirty="0"/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3429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12700" y="6794499"/>
            <a:ext cx="9093199" cy="0"/>
          </a:xfrm>
          <a:custGeom>
            <a:avLst/>
            <a:gdLst/>
            <a:ahLst/>
            <a:cxnLst/>
            <a:rect l="l" t="t" r="r" b="b"/>
            <a:pathLst>
              <a:path w="9093199">
                <a:moveTo>
                  <a:pt x="0" y="0"/>
                </a:moveTo>
                <a:lnTo>
                  <a:pt x="9093199" y="0"/>
                </a:lnTo>
              </a:path>
            </a:pathLst>
          </a:custGeom>
          <a:ln w="88900">
            <a:solidFill>
              <a:srgbClr val="D1262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5940" y="1377660"/>
            <a:ext cx="7146493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2150" spc="-89" dirty="0" smtClean="0">
                <a:solidFill>
                  <a:srgbClr val="DB231C"/>
                </a:solidFill>
                <a:latin typeface="Arial"/>
                <a:cs typeface="Arial"/>
              </a:rPr>
              <a:t> </a:t>
            </a:r>
            <a:r>
              <a:rPr sz="1800" b="1" spc="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 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erv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ces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b="1" spc="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at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39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ay</a:t>
            </a:r>
            <a:r>
              <a:rPr sz="1800" spc="3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b="1" spc="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tiative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– 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w kn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-39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4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as the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OS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10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Al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nce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2036409"/>
            <a:ext cx="6117894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OS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tec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gy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is the d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mic</a:t>
            </a:r>
            <a:r>
              <a:rPr sz="1800" spc="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stem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for Jav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™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694777"/>
            <a:ext cx="8023910" cy="5379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OS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rvice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orm pr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es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fu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ctio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ity</a:t>
            </a:r>
            <a:r>
              <a:rPr sz="1800" spc="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to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Java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th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 m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kes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Java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endParaRPr sz="1800">
              <a:latin typeface="Arial"/>
              <a:cs typeface="Arial"/>
            </a:endParaRPr>
          </a:p>
          <a:p>
            <a:pPr marL="12700" marR="41148">
              <a:lnSpc>
                <a:spcPts val="1870"/>
              </a:lnSpc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pr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mi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vir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nm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nt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for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soft</a:t>
            </a:r>
            <a:r>
              <a:rPr sz="1800" spc="-39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are</a:t>
            </a:r>
            <a:r>
              <a:rPr sz="1800" spc="4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rati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th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 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or 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ev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pm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600287"/>
            <a:ext cx="7708528" cy="10321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943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Java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es</a:t>
            </a:r>
            <a:r>
              <a:rPr sz="1800" spc="25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the p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rta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ity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th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is re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q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red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to su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rt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pr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cts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on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  <a:p>
            <a:pPr marL="12700" marR="39430">
              <a:lnSpc>
                <a:spcPts val="1870"/>
              </a:lnSpc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29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fer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nt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atforms </a:t>
            </a:r>
            <a:r>
              <a:rPr sz="1800" spc="-39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le</a:t>
            </a:r>
            <a:r>
              <a:rPr sz="1800" spc="4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the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OS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 tec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gy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pr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es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the s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rd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zed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45"/>
              </a:lnSpc>
              <a:spcBef>
                <a:spcPts val="3"/>
              </a:spcBef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mitiv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th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ic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tio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to be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co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structed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from smal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le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  <a:p>
            <a:pPr marL="12700" marR="39430">
              <a:lnSpc>
                <a:spcPts val="1945"/>
              </a:lnSpc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abo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tive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ponen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4999700"/>
            <a:ext cx="7368946" cy="2997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com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ts</a:t>
            </a:r>
            <a:r>
              <a:rPr sz="1800" spc="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can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be com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os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to an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ic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tion</a:t>
            </a:r>
            <a:r>
              <a:rPr sz="1800" spc="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 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smtClean="0"/>
              <a:t>OSGI framework Bundles</a:t>
            </a:r>
            <a:endParaRPr lang="de-DE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837" y="1104575"/>
            <a:ext cx="7354326" cy="4648849"/>
          </a:xfrm>
          <a:prstGeom prst="rect">
            <a:avLst/>
          </a:prstGeom>
        </p:spPr>
      </p:pic>
      <p:sp>
        <p:nvSpPr>
          <p:cNvPr id="56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smtClean="0"/>
              <a:t>OSGI framework Architechture</a:t>
            </a:r>
            <a:endParaRPr lang="de-D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12700" y="6794499"/>
            <a:ext cx="9118599" cy="0"/>
          </a:xfrm>
          <a:custGeom>
            <a:avLst/>
            <a:gdLst/>
            <a:ahLst/>
            <a:cxnLst/>
            <a:rect l="l" t="t" r="r" b="b"/>
            <a:pathLst>
              <a:path w="9118599">
                <a:moveTo>
                  <a:pt x="0" y="0"/>
                </a:moveTo>
                <a:lnTo>
                  <a:pt x="9118599" y="0"/>
                </a:lnTo>
              </a:path>
            </a:pathLst>
          </a:custGeom>
          <a:ln w="88900">
            <a:solidFill>
              <a:srgbClr val="D1262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1377660"/>
            <a:ext cx="7372954" cy="6293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1193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2150" spc="-89" dirty="0" smtClean="0">
                <a:solidFill>
                  <a:srgbClr val="DB231C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b="1" spc="-4" dirty="0" smtClean="0">
                <a:solidFill>
                  <a:srgbClr val="2E5E5E"/>
                </a:solidFill>
                <a:latin typeface="Arial"/>
                <a:cs typeface="Arial"/>
              </a:rPr>
              <a:t>x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b="1" spc="-9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ut</a:t>
            </a:r>
            <a:r>
              <a:rPr sz="1800" b="1" spc="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on En</a:t>
            </a:r>
            <a:r>
              <a:rPr sz="1800" b="1" spc="-3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iro</a:t>
            </a:r>
            <a:r>
              <a:rPr sz="1800" b="1" spc="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800" b="1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nts</a:t>
            </a:r>
            <a:endParaRPr sz="1800">
              <a:latin typeface="Arial"/>
              <a:cs typeface="Arial"/>
            </a:endParaRPr>
          </a:p>
          <a:p>
            <a:pPr marL="470204">
              <a:lnSpc>
                <a:spcPct val="95825"/>
              </a:lnSpc>
              <a:spcBef>
                <a:spcPts val="4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14" dirty="0" smtClean="0">
                <a:solidFill>
                  <a:srgbClr val="2E5E5E"/>
                </a:solidFill>
                <a:latin typeface="Arial"/>
                <a:cs typeface="Arial"/>
              </a:rPr>
              <a:t>x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ec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tion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vir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nm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nt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is the sp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cific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tion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of 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Java 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vir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nm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365593"/>
            <a:ext cx="7995386" cy="111426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8448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Mo</a:t>
            </a:r>
            <a:r>
              <a:rPr sz="1800" b="1" spc="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b="1" spc="4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  <a:p>
            <a:pPr marL="470204">
              <a:lnSpc>
                <a:spcPts val="2472"/>
              </a:lnSpc>
              <a:spcBef>
                <a:spcPts val="144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es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er</a:t>
            </a:r>
            <a:r>
              <a:rPr sz="1800" spc="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fin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the class 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s. 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he OS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Frame</a:t>
            </a:r>
            <a:r>
              <a:rPr sz="1800" spc="-44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ork</a:t>
            </a:r>
            <a:r>
              <a:rPr sz="1800" spc="4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is </a:t>
            </a:r>
            <a:endParaRPr sz="1800">
              <a:latin typeface="Arial"/>
              <a:cs typeface="Arial"/>
            </a:endParaRPr>
          </a:p>
          <a:p>
            <a:pPr marL="470204">
              <a:lnSpc>
                <a:spcPts val="2069"/>
              </a:lnSpc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 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-44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erf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50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ri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ly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cifi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-l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.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It is b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sed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on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op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of </a:t>
            </a:r>
            <a:endParaRPr sz="1800">
              <a:latin typeface="Arial"/>
              <a:cs typeface="Arial"/>
            </a:endParaRPr>
          </a:p>
          <a:p>
            <a:pPr marL="470204">
              <a:lnSpc>
                <a:spcPts val="2069"/>
              </a:lnSpc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Java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ds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zati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847175"/>
            <a:ext cx="7832725" cy="8675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8448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b="1" spc="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fe</a:t>
            </a:r>
            <a:r>
              <a:rPr sz="1800" b="1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800" b="1" spc="-19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cle</a:t>
            </a:r>
            <a:r>
              <a:rPr sz="1800" b="1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Manag</a:t>
            </a:r>
            <a:r>
              <a:rPr sz="1800" b="1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800" b="1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nt</a:t>
            </a:r>
            <a:endParaRPr sz="1800">
              <a:latin typeface="Arial"/>
              <a:cs typeface="Arial"/>
            </a:endParaRPr>
          </a:p>
          <a:p>
            <a:pPr marL="470204">
              <a:lnSpc>
                <a:spcPts val="2472"/>
              </a:lnSpc>
              <a:spcBef>
                <a:spcPts val="164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fe C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cle</a:t>
            </a:r>
            <a:r>
              <a:rPr sz="1800" spc="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er</a:t>
            </a:r>
            <a:r>
              <a:rPr sz="1800" spc="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ds 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es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th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can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be d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mic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lly</a:t>
            </a:r>
            <a:r>
              <a:rPr sz="1800" spc="4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stal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800" spc="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starte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, </a:t>
            </a:r>
            <a:endParaRPr sz="1800">
              <a:latin typeface="Arial"/>
              <a:cs typeface="Arial"/>
            </a:endParaRPr>
          </a:p>
          <a:p>
            <a:pPr marL="470204">
              <a:lnSpc>
                <a:spcPts val="2069"/>
              </a:lnSpc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sto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d,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ted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stal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5081996"/>
            <a:ext cx="7920634" cy="8674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1148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b="1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800" b="1" spc="-44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ice</a:t>
            </a:r>
            <a:r>
              <a:rPr sz="1800" b="1" spc="4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800" b="1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b="1" spc="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st</a:t>
            </a:r>
            <a:r>
              <a:rPr sz="1800" b="1" spc="-9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  <a:p>
            <a:pPr marL="470204">
              <a:lnSpc>
                <a:spcPct val="95825"/>
              </a:lnSpc>
              <a:spcBef>
                <a:spcPts val="4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8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serv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ce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istry pr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es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 c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er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tion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el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for b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th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 t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kes</a:t>
            </a:r>
            <a:endParaRPr sz="1800">
              <a:latin typeface="Arial"/>
              <a:cs typeface="Arial"/>
            </a:endParaRPr>
          </a:p>
          <a:p>
            <a:pPr marL="470204" marR="41148">
              <a:lnSpc>
                <a:spcPts val="1870"/>
              </a:lnSpc>
              <a:spcBef>
                <a:spcPts val="93"/>
              </a:spcBef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the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29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na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cs</a:t>
            </a:r>
            <a:r>
              <a:rPr sz="1800" spc="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to 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cc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un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smtClean="0"/>
              <a:t>OSGI framework</a:t>
            </a:r>
            <a:endParaRPr lang="de-DE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12700" y="6794499"/>
            <a:ext cx="9118599" cy="0"/>
          </a:xfrm>
          <a:custGeom>
            <a:avLst/>
            <a:gdLst/>
            <a:ahLst/>
            <a:cxnLst/>
            <a:rect l="l" t="t" r="r" b="b"/>
            <a:pathLst>
              <a:path w="9118599">
                <a:moveTo>
                  <a:pt x="0" y="0"/>
                </a:moveTo>
                <a:lnTo>
                  <a:pt x="9118599" y="0"/>
                </a:lnTo>
              </a:path>
            </a:pathLst>
          </a:custGeom>
          <a:ln w="88900">
            <a:solidFill>
              <a:srgbClr val="D1262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5940" y="1377660"/>
            <a:ext cx="7348550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2150" spc="-89" dirty="0" smtClean="0">
                <a:solidFill>
                  <a:srgbClr val="DB231C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-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are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he OS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 com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ts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by the d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ers.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2036409"/>
            <a:ext cx="7873644" cy="5379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rvic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-</a:t>
            </a:r>
            <a:r>
              <a:rPr sz="18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8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serv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ces 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er</a:t>
            </a:r>
            <a:r>
              <a:rPr sz="1800" spc="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cts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in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 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mic</a:t>
            </a:r>
            <a:r>
              <a:rPr sz="1800" spc="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-39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ay</a:t>
            </a:r>
            <a:r>
              <a:rPr sz="1800" spc="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by o</a:t>
            </a:r>
            <a:r>
              <a:rPr sz="1800" spc="-39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feri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  <a:p>
            <a:pPr marL="12700" marR="41148">
              <a:lnSpc>
                <a:spcPts val="1870"/>
              </a:lnSpc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 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-fin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-b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nd</a:t>
            </a:r>
            <a:r>
              <a:rPr sz="1800" spc="4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el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for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 J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va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j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cts.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2941665"/>
            <a:ext cx="7380935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fe-C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cle</a:t>
            </a:r>
            <a:r>
              <a:rPr sz="1800" spc="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-</a:t>
            </a:r>
            <a:r>
              <a:rPr sz="18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800" spc="-10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API to i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stal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start, sto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, 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at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stall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600287"/>
            <a:ext cx="7739456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es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-</a:t>
            </a:r>
            <a:r>
              <a:rPr sz="18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8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er</a:t>
            </a:r>
            <a:r>
              <a:rPr sz="1800" spc="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th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fin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w a 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can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imp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rt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 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14" dirty="0" smtClean="0">
                <a:solidFill>
                  <a:srgbClr val="2E5E5E"/>
                </a:solidFill>
                <a:latin typeface="Arial"/>
                <a:cs typeface="Arial"/>
              </a:rPr>
              <a:t>x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rt</a:t>
            </a:r>
            <a:r>
              <a:rPr sz="1800" spc="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258789"/>
            <a:ext cx="5593481" cy="3000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0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cur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ty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-</a:t>
            </a:r>
            <a:r>
              <a:rPr sz="18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8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er</a:t>
            </a:r>
            <a:r>
              <a:rPr sz="1800" spc="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th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the sec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rity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as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ects.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917404"/>
            <a:ext cx="6245479" cy="5379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14" dirty="0" smtClean="0">
                <a:solidFill>
                  <a:srgbClr val="2E5E5E"/>
                </a:solidFill>
                <a:latin typeface="Arial"/>
                <a:cs typeface="Arial"/>
              </a:rPr>
              <a:t>x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ec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tion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vir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nm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nt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-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fin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-39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4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met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sses</a:t>
            </a:r>
            <a:endParaRPr sz="1800">
              <a:latin typeface="Arial"/>
              <a:cs typeface="Arial"/>
            </a:endParaRPr>
          </a:p>
          <a:p>
            <a:pPr marL="12700" marR="41148">
              <a:lnSpc>
                <a:spcPts val="1870"/>
              </a:lnSpc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cific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atform.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78421" y="4954452"/>
            <a:ext cx="1785848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re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av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le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in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smtClean="0"/>
              <a:t>OSGI framework</a:t>
            </a:r>
            <a:endParaRPr lang="de-DE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OSGI framework Bundles</a:t>
            </a:r>
            <a:endParaRPr lang="de-DE" dirty="0"/>
          </a:p>
        </p:txBody>
      </p:sp>
      <p:sp>
        <p:nvSpPr>
          <p:cNvPr id="4" name="object 3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2150" spc="-200" dirty="0" smtClean="0">
                <a:solidFill>
                  <a:srgbClr val="DB231C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le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is a s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-d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scri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ction</a:t>
            </a:r>
            <a:endParaRPr lang="en-US" sz="1800" spc="0" dirty="0" smtClean="0">
              <a:solidFill>
                <a:srgbClr val="2E5E5E"/>
              </a:solidFill>
              <a:latin typeface="Arial"/>
              <a:cs typeface="Arial"/>
            </a:endParaRPr>
          </a:p>
          <a:p>
            <a:pPr marL="12700">
              <a:lnSpc>
                <a:spcPts val="2305"/>
              </a:lnSpc>
              <a:spcBef>
                <a:spcPts val="115"/>
              </a:spcBef>
            </a:pPr>
            <a:endParaRPr lang="en-US" sz="1800" dirty="0" smtClean="0">
              <a:solidFill>
                <a:srgbClr val="2E5E5E"/>
              </a:solidFill>
              <a:latin typeface="Arial"/>
              <a:cs typeface="Arial"/>
            </a:endParaRPr>
          </a:p>
          <a:p>
            <a:pPr marL="12700">
              <a:lnSpc>
                <a:spcPts val="2305"/>
              </a:lnSpc>
              <a:spcBef>
                <a:spcPts val="115"/>
              </a:spcBef>
            </a:pPr>
            <a:endParaRPr lang="en-US" sz="1800" dirty="0">
              <a:solidFill>
                <a:srgbClr val="2E5E5E"/>
              </a:solidFill>
              <a:latin typeface="Arial"/>
              <a:cs typeface="Arial"/>
            </a:endParaRPr>
          </a:p>
          <a:p>
            <a:pPr marL="12700">
              <a:lnSpc>
                <a:spcPts val="2305"/>
              </a:lnSpc>
              <a:spcBef>
                <a:spcPts val="115"/>
              </a:spcBef>
            </a:pPr>
            <a:endParaRPr lang="en-US" sz="1800" dirty="0" smtClean="0">
              <a:solidFill>
                <a:srgbClr val="2E5E5E"/>
              </a:solidFill>
              <a:latin typeface="Arial"/>
              <a:cs typeface="Arial"/>
            </a:endParaRPr>
          </a:p>
          <a:p>
            <a:pPr marL="12700">
              <a:lnSpc>
                <a:spcPts val="2305"/>
              </a:lnSpc>
              <a:spcBef>
                <a:spcPts val="115"/>
              </a:spcBef>
            </a:pPr>
            <a:endParaRPr lang="en-US" sz="1800" dirty="0">
              <a:solidFill>
                <a:srgbClr val="2E5E5E"/>
              </a:solidFill>
              <a:latin typeface="Arial"/>
              <a:cs typeface="Arial"/>
            </a:endParaRPr>
          </a:p>
          <a:p>
            <a:pPr marL="12700">
              <a:lnSpc>
                <a:spcPts val="2305"/>
              </a:lnSpc>
              <a:spcBef>
                <a:spcPts val="115"/>
              </a:spcBef>
            </a:pPr>
            <a:endParaRPr lang="en-US" sz="1800" dirty="0" smtClean="0">
              <a:solidFill>
                <a:srgbClr val="2E5E5E"/>
              </a:solidFill>
              <a:latin typeface="Arial"/>
              <a:cs typeface="Arial"/>
            </a:endParaRPr>
          </a:p>
          <a:p>
            <a:pPr marL="12700">
              <a:lnSpc>
                <a:spcPts val="2305"/>
              </a:lnSpc>
              <a:spcBef>
                <a:spcPts val="115"/>
              </a:spcBef>
            </a:pPr>
            <a:endParaRPr lang="en-US" sz="1800" dirty="0">
              <a:solidFill>
                <a:srgbClr val="2E5E5E"/>
              </a:solidFill>
              <a:latin typeface="Arial"/>
              <a:cs typeface="Arial"/>
            </a:endParaRPr>
          </a:p>
          <a:p>
            <a:pPr marL="12700">
              <a:lnSpc>
                <a:spcPts val="1939"/>
              </a:lnSpc>
              <a:spcBef>
                <a:spcPts val="97"/>
              </a:spcBef>
            </a:pPr>
            <a:endParaRPr lang="en-US" sz="1800" spc="14" dirty="0" smtClean="0">
              <a:solidFill>
                <a:srgbClr val="2E5E5E"/>
              </a:solidFill>
              <a:latin typeface="Arial"/>
              <a:cs typeface="Arial"/>
            </a:endParaRPr>
          </a:p>
          <a:p>
            <a:pPr marL="12700">
              <a:lnSpc>
                <a:spcPts val="1939"/>
              </a:lnSpc>
              <a:spcBef>
                <a:spcPts val="97"/>
              </a:spcBef>
            </a:pPr>
            <a:endParaRPr lang="en-US" sz="1800" spc="14" dirty="0">
              <a:solidFill>
                <a:srgbClr val="2E5E5E"/>
              </a:solidFill>
              <a:latin typeface="Arial"/>
              <a:cs typeface="Arial"/>
            </a:endParaRPr>
          </a:p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lang="en-US" sz="1800" spc="1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lang="en-US" sz="180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lang="en-US" sz="18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sp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cific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tion</a:t>
            </a:r>
            <a:r>
              <a:rPr lang="en-US" sz="1800" spc="19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of</a:t>
            </a:r>
            <a:r>
              <a:rPr lang="en-US" sz="1800" spc="-4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a </a:t>
            </a:r>
            <a:r>
              <a:rPr lang="en-US" sz="1800" spc="-4" dirty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lang="en-US" sz="1800" spc="-44" dirty="0">
                <a:solidFill>
                  <a:srgbClr val="2E5E5E"/>
                </a:solidFill>
                <a:latin typeface="Arial"/>
                <a:cs typeface="Arial"/>
              </a:rPr>
              <a:t>’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lang="en-US" sz="1800" spc="39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 smtClean="0">
                <a:solidFill>
                  <a:srgbClr val="2E5E5E"/>
                </a:solidFill>
                <a:latin typeface="Arial"/>
                <a:cs typeface="Arial"/>
              </a:rPr>
              <a:t>co</a:t>
            </a:r>
            <a:r>
              <a:rPr lang="en-US"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lang="en-US" sz="1800" dirty="0" smtClean="0">
                <a:solidFill>
                  <a:srgbClr val="2E5E5E"/>
                </a:solidFill>
                <a:latin typeface="Arial"/>
                <a:cs typeface="Arial"/>
              </a:rPr>
              <a:t>te</a:t>
            </a:r>
            <a:r>
              <a:rPr lang="en-US" sz="1800" spc="-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lang="en-US" sz="1800" dirty="0" smtClean="0">
                <a:solidFill>
                  <a:srgbClr val="2E5E5E"/>
                </a:solidFill>
                <a:latin typeface="Arial"/>
                <a:cs typeface="Arial"/>
              </a:rPr>
              <a:t>ts a</a:t>
            </a:r>
            <a:r>
              <a:rPr lang="en-US"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lang="en-US" sz="180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lang="en-US"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re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q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rem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nts</a:t>
            </a:r>
            <a:r>
              <a:rPr lang="en-US" sz="1800" spc="14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is g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ven</a:t>
            </a:r>
            <a:r>
              <a:rPr lang="en-US" sz="1800" spc="4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in</a:t>
            </a:r>
            <a:r>
              <a:rPr lang="en-US" sz="1800" spc="4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its</a:t>
            </a:r>
            <a:endParaRPr lang="en-US" sz="1800" dirty="0">
              <a:latin typeface="Arial"/>
              <a:cs typeface="Arial"/>
            </a:endParaRPr>
          </a:p>
          <a:p>
            <a:pPr marL="0" indent="0">
              <a:lnSpc>
                <a:spcPts val="1939"/>
              </a:lnSpc>
              <a:spcBef>
                <a:spcPts val="97"/>
              </a:spcBef>
              <a:buNone/>
            </a:pPr>
            <a:r>
              <a:rPr lang="en-US" sz="1800" dirty="0" smtClean="0">
                <a:solidFill>
                  <a:srgbClr val="2E5E5E"/>
                </a:solidFill>
                <a:latin typeface="Arial"/>
                <a:cs typeface="Arial"/>
              </a:rPr>
              <a:t>ma</a:t>
            </a:r>
            <a:r>
              <a:rPr lang="en-US"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lang="en-US" sz="1800" dirty="0" smtClean="0">
                <a:solidFill>
                  <a:srgbClr val="2E5E5E"/>
                </a:solidFill>
                <a:latin typeface="Arial"/>
                <a:cs typeface="Arial"/>
              </a:rPr>
              <a:t>ifest </a:t>
            </a:r>
            <a:r>
              <a:rPr lang="en-US" sz="1800" spc="4" dirty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lang="en-US" sz="1800" spc="-4" dirty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e,</a:t>
            </a:r>
            <a:r>
              <a:rPr lang="en-US" sz="1800" spc="9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ME</a:t>
            </a:r>
            <a:r>
              <a:rPr lang="en-US" sz="1800" spc="-114" dirty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A-INF</a:t>
            </a:r>
            <a:r>
              <a:rPr lang="en-US" sz="1800" spc="4" dirty="0">
                <a:solidFill>
                  <a:srgbClr val="2E5E5E"/>
                </a:solidFill>
                <a:latin typeface="Arial"/>
                <a:cs typeface="Arial"/>
              </a:rPr>
              <a:t>/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MANIFES</a:t>
            </a:r>
            <a:r>
              <a:rPr lang="en-US" sz="1800" spc="-184" dirty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.M</a:t>
            </a:r>
            <a:r>
              <a:rPr lang="en-US" sz="1800" spc="-194" dirty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.</a:t>
            </a:r>
            <a:r>
              <a:rPr lang="en-US" sz="1800" spc="-75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spc="14" dirty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lang="en-US" sz="1800" spc="-14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ma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ifest</a:t>
            </a:r>
            <a:r>
              <a:rPr lang="en-US" sz="1800" spc="14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fol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lang="en-US" sz="1800" spc="-44" dirty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lang="en-US" sz="1800" spc="49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the s</a:t>
            </a:r>
            <a:r>
              <a:rPr lang="en-US" sz="1800" spc="4" dirty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rd</a:t>
            </a:r>
            <a:endParaRPr lang="en-US" sz="1800" dirty="0">
              <a:latin typeface="Arial"/>
              <a:cs typeface="Arial"/>
            </a:endParaRPr>
          </a:p>
          <a:p>
            <a:pPr marL="0" marR="39430" indent="0">
              <a:lnSpc>
                <a:spcPts val="1945"/>
              </a:lnSpc>
              <a:spcBef>
                <a:spcPts val="0"/>
              </a:spcBef>
              <a:buNone/>
            </a:pPr>
            <a:r>
              <a:rPr lang="en-US" sz="1800" dirty="0" smtClean="0">
                <a:solidFill>
                  <a:srgbClr val="2E5E5E"/>
                </a:solidFill>
                <a:latin typeface="Arial"/>
                <a:cs typeface="Arial"/>
              </a:rPr>
              <a:t>JAR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ma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ifest s</a:t>
            </a:r>
            <a:r>
              <a:rPr lang="en-US" sz="1800" spc="-19" dirty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nt</a:t>
            </a:r>
            <a:r>
              <a:rPr lang="en-US" sz="1800" spc="-4" dirty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x</a:t>
            </a:r>
            <a:r>
              <a:rPr lang="en-US" sz="1800" spc="24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lang="en-US" sz="1800" spc="4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ds</a:t>
            </a:r>
            <a:r>
              <a:rPr lang="en-US" sz="1800" spc="9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a </a:t>
            </a:r>
            <a:r>
              <a:rPr lang="en-US" sz="1800" spc="-4" dirty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um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er</a:t>
            </a:r>
            <a:r>
              <a:rPr lang="en-US" sz="1800" spc="9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of</a:t>
            </a:r>
            <a:r>
              <a:rPr lang="en-US" sz="1800" spc="14" dirty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E5E5E"/>
                </a:solidFill>
                <a:latin typeface="Arial"/>
                <a:cs typeface="Arial"/>
              </a:rPr>
              <a:t>OS</a:t>
            </a:r>
            <a:r>
              <a:rPr lang="en-US" sz="1800" spc="4" dirty="0" err="1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lang="en-US" sz="1800" dirty="0" err="1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-sp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cific h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lang="en-US" sz="1800" spc="-9" dirty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lang="en-US" sz="1800" dirty="0">
                <a:solidFill>
                  <a:srgbClr val="2E5E5E"/>
                </a:solidFill>
                <a:latin typeface="Arial"/>
                <a:cs typeface="Arial"/>
              </a:rPr>
              <a:t>ers</a:t>
            </a:r>
            <a:endParaRPr lang="en-US" sz="1800" dirty="0">
              <a:latin typeface="Arial"/>
              <a:cs typeface="Arial"/>
            </a:endParaRPr>
          </a:p>
          <a:p>
            <a:pPr marL="12700">
              <a:lnSpc>
                <a:spcPts val="2305"/>
              </a:lnSpc>
              <a:spcBef>
                <a:spcPts val="115"/>
              </a:spcBef>
            </a:pPr>
            <a:endParaRPr sz="1800" dirty="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099" y="2133600"/>
            <a:ext cx="4351626" cy="23883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33600"/>
            <a:ext cx="2175813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5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49"/>
          <p:cNvSpPr txBox="1"/>
          <p:nvPr/>
        </p:nvSpPr>
        <p:spPr>
          <a:xfrm>
            <a:off x="536702" y="5034788"/>
            <a:ext cx="514169" cy="2898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32"/>
              </a:spcBef>
            </a:pPr>
            <a:endParaRPr sz="750"/>
          </a:p>
          <a:p>
            <a:pPr algn="r">
              <a:lnSpc>
                <a:spcPct val="95825"/>
              </a:lnSpc>
            </a:pPr>
            <a:r>
              <a:rPr sz="1000" spc="0" dirty="0" smtClean="0">
                <a:solidFill>
                  <a:srgbClr val="3B3B3B"/>
                </a:solidFill>
                <a:latin typeface="Arial"/>
                <a:cs typeface="Arial"/>
              </a:rPr>
              <a:t>U</a:t>
            </a:r>
            <a:endParaRPr sz="1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543494" y="3535172"/>
            <a:ext cx="1390713" cy="16431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28789">
              <a:lnSpc>
                <a:spcPct val="95825"/>
              </a:lnSpc>
              <a:spcBef>
                <a:spcPts val="315"/>
              </a:spcBef>
            </a:pPr>
            <a:r>
              <a:rPr sz="1000" dirty="0" smtClean="0">
                <a:solidFill>
                  <a:srgbClr val="565656"/>
                </a:solidFill>
                <a:latin typeface="Times New Roman"/>
                <a:cs typeface="Times New Roman"/>
              </a:rPr>
              <a:t>u</a:t>
            </a:r>
            <a:r>
              <a:rPr sz="1000" dirty="0" smtClean="0">
                <a:solidFill>
                  <a:srgbClr val="3B3B3B"/>
                </a:solidFill>
                <a:latin typeface="Times New Roman"/>
                <a:cs typeface="Times New Roman"/>
              </a:rPr>
              <a:t>p</a:t>
            </a:r>
            <a:r>
              <a:rPr sz="1000" dirty="0" smtClean="0">
                <a:solidFill>
                  <a:srgbClr val="565656"/>
                </a:solidFill>
                <a:latin typeface="Times New Roman"/>
                <a:cs typeface="Times New Roman"/>
              </a:rPr>
              <a:t>da</a:t>
            </a:r>
            <a:r>
              <a:rPr sz="1000" dirty="0" smtClean="0">
                <a:solidFill>
                  <a:srgbClr val="3B3B3B"/>
                </a:solidFill>
                <a:latin typeface="Times New Roman"/>
                <a:cs typeface="Times New Roman"/>
              </a:rPr>
              <a:t>t</a:t>
            </a:r>
            <a:r>
              <a:rPr sz="1000" dirty="0" smtClean="0">
                <a:solidFill>
                  <a:srgbClr val="565656"/>
                </a:solidFill>
                <a:latin typeface="Times New Roman"/>
                <a:cs typeface="Times New Roman"/>
              </a:rPr>
              <a:t>e</a:t>
            </a:r>
            <a:endParaRPr sz="1000">
              <a:latin typeface="Times New Roman"/>
              <a:cs typeface="Times New Roman"/>
            </a:endParaRPr>
          </a:p>
          <a:p>
            <a:pPr marL="733361">
              <a:lnSpc>
                <a:spcPts val="980"/>
              </a:lnSpc>
              <a:spcBef>
                <a:spcPts val="49"/>
              </a:spcBef>
            </a:pPr>
            <a:r>
              <a:rPr sz="900" spc="0" dirty="0" smtClean="0">
                <a:solidFill>
                  <a:srgbClr val="565656"/>
                </a:solidFill>
                <a:latin typeface="Arial"/>
                <a:cs typeface="Arial"/>
              </a:rPr>
              <a:t>refresh</a:t>
            </a:r>
            <a:endParaRPr sz="900">
              <a:latin typeface="Arial"/>
              <a:cs typeface="Arial"/>
            </a:endParaRPr>
          </a:p>
          <a:p>
            <a:pPr marL="33481">
              <a:lnSpc>
                <a:spcPct val="95825"/>
              </a:lnSpc>
              <a:spcBef>
                <a:spcPts val="5014"/>
              </a:spcBef>
            </a:pPr>
            <a:r>
              <a:rPr sz="1000" spc="0" dirty="0" smtClean="0">
                <a:solidFill>
                  <a:srgbClr val="565656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95825"/>
              </a:lnSpc>
              <a:spcBef>
                <a:spcPts val="1245"/>
              </a:spcBef>
            </a:pPr>
            <a:r>
              <a:rPr sz="1100" dirty="0" smtClean="0">
                <a:solidFill>
                  <a:srgbClr val="565656"/>
                </a:solidFill>
                <a:latin typeface="Times New Roman"/>
                <a:cs typeface="Times New Roman"/>
              </a:rPr>
              <a:t>nm</a:t>
            </a:r>
            <a:r>
              <a:rPr sz="1100" dirty="0" smtClean="0">
                <a:solidFill>
                  <a:srgbClr val="3B3B3B"/>
                </a:solidFill>
                <a:latin typeface="Times New Roman"/>
                <a:cs typeface="Times New Roman"/>
              </a:rPr>
              <a:t>sta</a:t>
            </a:r>
            <a:r>
              <a:rPr sz="1100" dirty="0" smtClean="0">
                <a:solidFill>
                  <a:srgbClr val="565656"/>
                </a:solidFill>
                <a:latin typeface="Times New Roman"/>
                <a:cs typeface="Times New Roman"/>
              </a:rPr>
              <a:t>lt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36702" y="5034788"/>
            <a:ext cx="458977" cy="2898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6099" y="3949699"/>
            <a:ext cx="0" cy="1092200"/>
          </a:xfrm>
          <a:custGeom>
            <a:avLst/>
            <a:gdLst/>
            <a:ahLst/>
            <a:cxnLst/>
            <a:rect l="l" t="t" r="r" b="b"/>
            <a:pathLst>
              <a:path h="1092200">
                <a:moveTo>
                  <a:pt x="0" y="1092200"/>
                </a:moveTo>
                <a:lnTo>
                  <a:pt x="0" y="0"/>
                </a:lnTo>
              </a:path>
            </a:pathLst>
          </a:custGeom>
          <a:ln w="12699">
            <a:solidFill>
              <a:srgbClr val="28282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633982" y="3535172"/>
            <a:ext cx="1300225" cy="16431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08299" y="3924299"/>
            <a:ext cx="787399" cy="0"/>
          </a:xfrm>
          <a:custGeom>
            <a:avLst/>
            <a:gdLst/>
            <a:ahLst/>
            <a:cxnLst/>
            <a:rect l="l" t="t" r="r" b="b"/>
            <a:pathLst>
              <a:path w="787399">
                <a:moveTo>
                  <a:pt x="0" y="0"/>
                </a:moveTo>
                <a:lnTo>
                  <a:pt x="787399" y="0"/>
                </a:lnTo>
              </a:path>
            </a:pathLst>
          </a:custGeom>
          <a:ln w="12700">
            <a:solidFill>
              <a:srgbClr val="10101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14399" y="4038599"/>
            <a:ext cx="787399" cy="0"/>
          </a:xfrm>
          <a:custGeom>
            <a:avLst/>
            <a:gdLst/>
            <a:ahLst/>
            <a:cxnLst/>
            <a:rect l="l" t="t" r="r" b="b"/>
            <a:pathLst>
              <a:path w="787399">
                <a:moveTo>
                  <a:pt x="0" y="0"/>
                </a:moveTo>
                <a:lnTo>
                  <a:pt x="787399" y="0"/>
                </a:lnTo>
              </a:path>
            </a:pathLst>
          </a:custGeom>
          <a:ln w="12700">
            <a:solidFill>
              <a:srgbClr val="10101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30299" y="4038599"/>
            <a:ext cx="0" cy="406400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406400"/>
                </a:moveTo>
                <a:lnTo>
                  <a:pt x="0" y="0"/>
                </a:lnTo>
              </a:path>
            </a:pathLst>
          </a:custGeom>
          <a:ln w="12699">
            <a:solidFill>
              <a:srgbClr val="56565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650999" y="4038599"/>
            <a:ext cx="0" cy="406400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406400"/>
                </a:moveTo>
                <a:lnTo>
                  <a:pt x="0" y="0"/>
                </a:lnTo>
              </a:path>
            </a:pathLst>
          </a:custGeom>
          <a:ln w="12699">
            <a:solidFill>
              <a:srgbClr val="28282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20999" y="4165599"/>
            <a:ext cx="749299" cy="0"/>
          </a:xfrm>
          <a:custGeom>
            <a:avLst/>
            <a:gdLst/>
            <a:ahLst/>
            <a:cxnLst/>
            <a:rect l="l" t="t" r="r" b="b"/>
            <a:pathLst>
              <a:path w="749299">
                <a:moveTo>
                  <a:pt x="0" y="0"/>
                </a:moveTo>
                <a:lnTo>
                  <a:pt x="749299" y="0"/>
                </a:lnTo>
              </a:path>
            </a:pathLst>
          </a:custGeom>
          <a:ln w="12700">
            <a:solidFill>
              <a:srgbClr val="10101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27099" y="4432299"/>
            <a:ext cx="774699" cy="0"/>
          </a:xfrm>
          <a:custGeom>
            <a:avLst/>
            <a:gdLst/>
            <a:ahLst/>
            <a:cxnLst/>
            <a:rect l="l" t="t" r="r" b="b"/>
            <a:pathLst>
              <a:path w="774699">
                <a:moveTo>
                  <a:pt x="0" y="0"/>
                </a:moveTo>
                <a:lnTo>
                  <a:pt x="774699" y="0"/>
                </a:lnTo>
              </a:path>
            </a:pathLst>
          </a:custGeom>
          <a:ln w="12700">
            <a:solidFill>
              <a:srgbClr val="3B3B3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920999" y="4444999"/>
            <a:ext cx="774699" cy="0"/>
          </a:xfrm>
          <a:custGeom>
            <a:avLst/>
            <a:gdLst/>
            <a:ahLst/>
            <a:cxnLst/>
            <a:rect l="l" t="t" r="r" b="b"/>
            <a:pathLst>
              <a:path w="774699">
                <a:moveTo>
                  <a:pt x="0" y="0"/>
                </a:moveTo>
                <a:lnTo>
                  <a:pt x="774699" y="0"/>
                </a:lnTo>
              </a:path>
            </a:pathLst>
          </a:custGeom>
          <a:ln w="12700">
            <a:solidFill>
              <a:srgbClr val="3B3B3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88999" y="4673599"/>
            <a:ext cx="812799" cy="0"/>
          </a:xfrm>
          <a:custGeom>
            <a:avLst/>
            <a:gdLst/>
            <a:ahLst/>
            <a:cxnLst/>
            <a:rect l="l" t="t" r="r" b="b"/>
            <a:pathLst>
              <a:path w="812799">
                <a:moveTo>
                  <a:pt x="0" y="0"/>
                </a:moveTo>
                <a:lnTo>
                  <a:pt x="812799" y="0"/>
                </a:lnTo>
              </a:path>
            </a:pathLst>
          </a:custGeom>
          <a:ln w="12700">
            <a:solidFill>
              <a:srgbClr val="28282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920999" y="4673599"/>
            <a:ext cx="723899" cy="0"/>
          </a:xfrm>
          <a:custGeom>
            <a:avLst/>
            <a:gdLst/>
            <a:ahLst/>
            <a:cxnLst/>
            <a:rect l="l" t="t" r="r" b="b"/>
            <a:pathLst>
              <a:path w="723899">
                <a:moveTo>
                  <a:pt x="0" y="0"/>
                </a:moveTo>
                <a:lnTo>
                  <a:pt x="723899" y="0"/>
                </a:lnTo>
              </a:path>
            </a:pathLst>
          </a:custGeom>
          <a:ln w="12700">
            <a:solidFill>
              <a:srgbClr val="28282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384299" y="4673599"/>
            <a:ext cx="0" cy="419100"/>
          </a:xfrm>
          <a:custGeom>
            <a:avLst/>
            <a:gdLst/>
            <a:ahLst/>
            <a:cxnLst/>
            <a:rect l="l" t="t" r="r" b="b"/>
            <a:pathLst>
              <a:path h="419100">
                <a:moveTo>
                  <a:pt x="0" y="419100"/>
                </a:moveTo>
                <a:lnTo>
                  <a:pt x="0" y="0"/>
                </a:lnTo>
              </a:path>
            </a:pathLst>
          </a:custGeom>
          <a:ln w="12699">
            <a:solidFill>
              <a:srgbClr val="3B3B3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20999" y="4952999"/>
            <a:ext cx="774699" cy="0"/>
          </a:xfrm>
          <a:custGeom>
            <a:avLst/>
            <a:gdLst/>
            <a:ahLst/>
            <a:cxnLst/>
            <a:rect l="l" t="t" r="r" b="b"/>
            <a:pathLst>
              <a:path w="774699">
                <a:moveTo>
                  <a:pt x="0" y="0"/>
                </a:moveTo>
                <a:lnTo>
                  <a:pt x="774699" y="0"/>
                </a:lnTo>
              </a:path>
            </a:pathLst>
          </a:custGeom>
          <a:ln w="12700">
            <a:solidFill>
              <a:srgbClr val="10101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90599" y="5079999"/>
            <a:ext cx="888999" cy="0"/>
          </a:xfrm>
          <a:custGeom>
            <a:avLst/>
            <a:gdLst/>
            <a:ahLst/>
            <a:cxnLst/>
            <a:rect l="l" t="t" r="r" b="b"/>
            <a:pathLst>
              <a:path w="888999">
                <a:moveTo>
                  <a:pt x="0" y="0"/>
                </a:moveTo>
                <a:lnTo>
                  <a:pt x="888999" y="0"/>
                </a:lnTo>
              </a:path>
            </a:pathLst>
          </a:custGeom>
          <a:ln w="12700">
            <a:solidFill>
              <a:srgbClr val="56565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870199" y="5181599"/>
            <a:ext cx="774699" cy="0"/>
          </a:xfrm>
          <a:custGeom>
            <a:avLst/>
            <a:gdLst/>
            <a:ahLst/>
            <a:cxnLst/>
            <a:rect l="l" t="t" r="r" b="b"/>
            <a:pathLst>
              <a:path w="774699">
                <a:moveTo>
                  <a:pt x="0" y="0"/>
                </a:moveTo>
                <a:lnTo>
                  <a:pt x="774699" y="0"/>
                </a:lnTo>
              </a:path>
            </a:pathLst>
          </a:custGeom>
          <a:ln w="12700">
            <a:solidFill>
              <a:srgbClr val="3B3B3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48766" y="3178556"/>
            <a:ext cx="486409" cy="6327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5400" y="6794500"/>
            <a:ext cx="9080499" cy="0"/>
          </a:xfrm>
          <a:custGeom>
            <a:avLst/>
            <a:gdLst/>
            <a:ahLst/>
            <a:cxnLst/>
            <a:rect l="l" t="t" r="r" b="b"/>
            <a:pathLst>
              <a:path w="9080499">
                <a:moveTo>
                  <a:pt x="0" y="0"/>
                </a:moveTo>
                <a:lnTo>
                  <a:pt x="9080499" y="0"/>
                </a:lnTo>
              </a:path>
            </a:pathLst>
          </a:custGeom>
          <a:ln w="88900">
            <a:solidFill>
              <a:srgbClr val="D1262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39160" y="67206"/>
            <a:ext cx="2175561" cy="7396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760"/>
              </a:lnSpc>
              <a:spcBef>
                <a:spcPts val="138"/>
              </a:spcBef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5940" y="1377660"/>
            <a:ext cx="7356906" cy="5379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OS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is fu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tal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 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mic</a:t>
            </a:r>
            <a:r>
              <a:rPr sz="1800" spc="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tec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-159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.</a:t>
            </a:r>
            <a:r>
              <a:rPr sz="1800" spc="5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can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be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stal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endParaRPr sz="1800">
              <a:latin typeface="Arial"/>
              <a:cs typeface="Arial"/>
            </a:endParaRPr>
          </a:p>
          <a:p>
            <a:pPr marL="12700" marR="41148">
              <a:lnSpc>
                <a:spcPts val="1870"/>
              </a:lnSpc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starte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sto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d, u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stal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ed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in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 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stem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5940" y="2283297"/>
            <a:ext cx="7577658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-18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rt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this,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must h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ve a cle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fec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800" spc="4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 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ev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rs</a:t>
            </a:r>
            <a:r>
              <a:rPr sz="1800" spc="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5940" y="2567233"/>
            <a:ext cx="173395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39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4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of list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75814" y="2567233"/>
            <a:ext cx="1555877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to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ok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37609" y="2567233"/>
            <a:ext cx="4872380" cy="16098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7431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to 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vari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us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fec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cle</a:t>
            </a:r>
            <a:r>
              <a:rPr sz="1800" spc="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states of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 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674319" marR="27431">
              <a:lnSpc>
                <a:spcPct val="95825"/>
              </a:lnSpc>
              <a:spcBef>
                <a:spcPts val="1173"/>
              </a:spcBef>
            </a:pPr>
            <a:r>
              <a:rPr sz="14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ry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bund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le</a:t>
            </a:r>
            <a:r>
              <a:rPr sz="1200" spc="-3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rts it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ru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ti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200" spc="14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in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i="1" spc="0" dirty="0" smtClean="0">
                <a:solidFill>
                  <a:srgbClr val="2E5E5E"/>
                </a:solidFill>
                <a:latin typeface="Arial"/>
                <a:cs typeface="Arial"/>
              </a:rPr>
              <a:t>ins</a:t>
            </a:r>
            <a:r>
              <a:rPr sz="1200" i="1" spc="4" dirty="0" smtClean="0">
                <a:solidFill>
                  <a:srgbClr val="2E5E5E"/>
                </a:solidFill>
                <a:latin typeface="Arial"/>
                <a:cs typeface="Arial"/>
              </a:rPr>
              <a:t>ta</a:t>
            </a:r>
            <a:r>
              <a:rPr sz="1200" i="1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200" i="1" spc="-4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200" i="1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i="1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200" i="1" spc="-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te</a:t>
            </a:r>
            <a:endParaRPr sz="1200">
              <a:latin typeface="Arial"/>
              <a:cs typeface="Arial"/>
            </a:endParaRPr>
          </a:p>
          <a:p>
            <a:pPr marL="674319" marR="41884">
              <a:lnSpc>
                <a:spcPts val="1300"/>
              </a:lnSpc>
              <a:spcBef>
                <a:spcPts val="445"/>
              </a:spcBef>
            </a:pPr>
            <a:r>
              <a:rPr sz="140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2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it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be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om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spc="-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i="1" spc="0" dirty="0" smtClean="0">
                <a:solidFill>
                  <a:srgbClr val="2E5E5E"/>
                </a:solidFill>
                <a:latin typeface="Arial"/>
                <a:cs typeface="Arial"/>
              </a:rPr>
              <a:t>res</a:t>
            </a:r>
            <a:r>
              <a:rPr sz="1200" i="1" spc="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200" i="1" spc="0" dirty="0" smtClean="0">
                <a:solidFill>
                  <a:srgbClr val="2E5E5E"/>
                </a:solidFill>
                <a:latin typeface="Arial"/>
                <a:cs typeface="Arial"/>
              </a:rPr>
              <a:t>lved</a:t>
            </a:r>
            <a:r>
              <a:rPr sz="1200" i="1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if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ll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its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depe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nd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ci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re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me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  <a:p>
            <a:pPr marL="674319">
              <a:lnSpc>
                <a:spcPct val="95825"/>
              </a:lnSpc>
              <a:spcBef>
                <a:spcPts val="90"/>
              </a:spcBef>
            </a:pPr>
            <a:r>
              <a:rPr sz="140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ce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bund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le</a:t>
            </a:r>
            <a:r>
              <a:rPr sz="1200" spc="-3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is res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ed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200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its cl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ss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lo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ade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200" spc="-3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run</a:t>
            </a:r>
            <a:endParaRPr sz="1200">
              <a:latin typeface="Arial"/>
              <a:cs typeface="Arial"/>
            </a:endParaRPr>
          </a:p>
          <a:p>
            <a:pPr marL="674319" marR="27431">
              <a:lnSpc>
                <a:spcPct val="95825"/>
              </a:lnSpc>
              <a:spcBef>
                <a:spcPts val="70"/>
              </a:spcBef>
            </a:pPr>
            <a:r>
              <a:rPr sz="14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If a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 bund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is s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ub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q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en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tly</a:t>
            </a:r>
            <a:r>
              <a:rPr sz="12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rted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2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tra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sitio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  <a:p>
            <a:pPr marL="674319" marR="27431">
              <a:lnSpc>
                <a:spcPts val="1245"/>
              </a:lnSpc>
              <a:spcBef>
                <a:spcPts val="62"/>
              </a:spcBef>
            </a:pP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 </a:t>
            </a:r>
            <a:r>
              <a:rPr sz="1200" i="1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i="1" spc="0" dirty="0" smtClean="0">
                <a:solidFill>
                  <a:srgbClr val="2E5E5E"/>
                </a:solidFill>
                <a:latin typeface="Arial"/>
                <a:cs typeface="Arial"/>
              </a:rPr>
              <a:t>ctive</a:t>
            </a:r>
            <a:r>
              <a:rPr sz="1200" i="1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it c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pa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rtic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pa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te</a:t>
            </a:r>
            <a:r>
              <a:rPr sz="1200" spc="-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in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its li</a:t>
            </a:r>
            <a:r>
              <a:rPr sz="1200" spc="9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cle</a:t>
            </a:r>
            <a:r>
              <a:rPr sz="1200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ha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8004" y="3843742"/>
            <a:ext cx="63171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dirty="0" smtClean="0">
                <a:solidFill>
                  <a:srgbClr val="101010"/>
                </a:solidFill>
                <a:latin typeface="Arial"/>
                <a:cs typeface="Arial"/>
              </a:rPr>
              <a:t>I</a:t>
            </a:r>
            <a:r>
              <a:rPr sz="1000" dirty="0" smtClean="0">
                <a:solidFill>
                  <a:srgbClr val="3B3B3B"/>
                </a:solidFill>
                <a:latin typeface="Arial"/>
                <a:cs typeface="Arial"/>
              </a:rPr>
              <a:t>NS</a:t>
            </a:r>
            <a:r>
              <a:rPr sz="1000" dirty="0" smtClean="0">
                <a:solidFill>
                  <a:srgbClr val="282826"/>
                </a:solidFill>
                <a:latin typeface="Arial"/>
                <a:cs typeface="Arial"/>
              </a:rPr>
              <a:t>T</a:t>
            </a:r>
            <a:r>
              <a:rPr sz="1000" dirty="0" smtClean="0">
                <a:solidFill>
                  <a:srgbClr val="3B3B3B"/>
                </a:solidFill>
                <a:latin typeface="Arial"/>
                <a:cs typeface="Arial"/>
              </a:rPr>
              <a:t>AL</a:t>
            </a:r>
            <a:r>
              <a:rPr sz="1000" dirty="0" smtClean="0">
                <a:solidFill>
                  <a:srgbClr val="565656"/>
                </a:solidFill>
                <a:latin typeface="Arial"/>
                <a:cs typeface="Arial"/>
              </a:rPr>
              <a:t>L</a:t>
            </a:r>
            <a:r>
              <a:rPr sz="1000" dirty="0" smtClean="0">
                <a:solidFill>
                  <a:srgbClr val="282826"/>
                </a:solidFill>
                <a:latin typeface="Arial"/>
                <a:cs typeface="Arial"/>
              </a:rPr>
              <a:t>E</a:t>
            </a:r>
            <a:r>
              <a:rPr sz="1000" dirty="0" smtClean="0">
                <a:solidFill>
                  <a:srgbClr val="3B3B3B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63672" y="3980902"/>
            <a:ext cx="60382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dirty="0" smtClean="0">
                <a:solidFill>
                  <a:srgbClr val="3B3B3B"/>
                </a:solidFill>
                <a:latin typeface="Arial"/>
                <a:cs typeface="Arial"/>
              </a:rPr>
              <a:t>S</a:t>
            </a:r>
            <a:r>
              <a:rPr sz="1000" dirty="0" smtClean="0">
                <a:solidFill>
                  <a:srgbClr val="565656"/>
                </a:solidFill>
                <a:latin typeface="Arial"/>
                <a:cs typeface="Arial"/>
              </a:rPr>
              <a:t>T</a:t>
            </a:r>
            <a:r>
              <a:rPr sz="1000" dirty="0" smtClean="0">
                <a:solidFill>
                  <a:srgbClr val="3B3B3B"/>
                </a:solidFill>
                <a:latin typeface="Arial"/>
                <a:cs typeface="Arial"/>
              </a:rPr>
              <a:t>AR</a:t>
            </a:r>
            <a:r>
              <a:rPr sz="1000" dirty="0" smtClean="0">
                <a:solidFill>
                  <a:srgbClr val="565656"/>
                </a:solidFill>
                <a:latin typeface="Arial"/>
                <a:cs typeface="Arial"/>
              </a:rPr>
              <a:t>T</a:t>
            </a:r>
            <a:r>
              <a:rPr sz="1000" dirty="0" smtClean="0">
                <a:solidFill>
                  <a:srgbClr val="101010"/>
                </a:solidFill>
                <a:latin typeface="Arial"/>
                <a:cs typeface="Arial"/>
              </a:rPr>
              <a:t>I</a:t>
            </a:r>
            <a:r>
              <a:rPr sz="1000" dirty="0" smtClean="0">
                <a:solidFill>
                  <a:srgbClr val="3B3B3B"/>
                </a:solidFill>
                <a:latin typeface="Arial"/>
                <a:cs typeface="Arial"/>
              </a:rPr>
              <a:t>NG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37508" y="4123781"/>
            <a:ext cx="329044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019"/>
              </a:lnSpc>
              <a:spcBef>
                <a:spcPts val="51"/>
              </a:spcBef>
            </a:pPr>
            <a:r>
              <a:rPr sz="900" spc="0" dirty="0" smtClean="0">
                <a:solidFill>
                  <a:srgbClr val="3B3B3B"/>
                </a:solidFill>
                <a:latin typeface="Arial"/>
                <a:cs typeface="Arial"/>
              </a:rPr>
              <a:t>poli</a:t>
            </a:r>
            <a:r>
              <a:rPr sz="900" spc="0" dirty="0" smtClean="0">
                <a:solidFill>
                  <a:srgbClr val="565656"/>
                </a:solidFill>
                <a:latin typeface="Arial"/>
                <a:cs typeface="Arial"/>
              </a:rPr>
              <a:t>c</a:t>
            </a:r>
            <a:r>
              <a:rPr sz="900" spc="0" dirty="0" smtClean="0">
                <a:solidFill>
                  <a:srgbClr val="3B3B3B"/>
                </a:solidFill>
                <a:latin typeface="Arial"/>
                <a:cs typeface="Arial"/>
              </a:rPr>
              <a:t>y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9229" y="4163901"/>
            <a:ext cx="4160266" cy="171468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335274" algn="just">
              <a:lnSpc>
                <a:spcPts val="1325"/>
              </a:lnSpc>
              <a:spcBef>
                <a:spcPts val="66"/>
              </a:spcBef>
            </a:pP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i="1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i="1" spc="0" dirty="0" smtClean="0">
                <a:solidFill>
                  <a:srgbClr val="2E5E5E"/>
                </a:solidFill>
                <a:latin typeface="Arial"/>
                <a:cs typeface="Arial"/>
              </a:rPr>
              <a:t>ctiv</a:t>
            </a:r>
            <a:r>
              <a:rPr sz="1200" i="1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i="1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i="1" spc="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200" i="1" spc="0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  <a:p>
            <a:pPr marL="12700" marR="162717">
              <a:lnSpc>
                <a:spcPts val="1667"/>
              </a:lnSpc>
              <a:spcBef>
                <a:spcPts val="158"/>
              </a:spcBef>
            </a:pPr>
            <a:r>
              <a:rPr sz="14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450" spc="-69" dirty="0" smtClean="0">
                <a:solidFill>
                  <a:srgbClr val="DB231C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Us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cti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200" spc="-64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bun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le</a:t>
            </a:r>
            <a:r>
              <a:rPr sz="12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initi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z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its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200" spc="9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q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 </a:t>
            </a:r>
            <a:endParaRPr sz="1200">
              <a:latin typeface="Arial"/>
              <a:cs typeface="Arial"/>
            </a:endParaRPr>
          </a:p>
          <a:p>
            <a:pPr marL="12700" marR="162717">
              <a:lnSpc>
                <a:spcPts val="1379"/>
              </a:lnSpc>
            </a:pP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q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res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ou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rces,</a:t>
            </a:r>
            <a:r>
              <a:rPr sz="12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hoo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k</a:t>
            </a:r>
            <a:r>
              <a:rPr sz="1200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in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ith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 th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rest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 o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endParaRPr sz="1200">
              <a:latin typeface="Arial"/>
              <a:cs typeface="Arial"/>
            </a:endParaRPr>
          </a:p>
          <a:p>
            <a:pPr marL="12700" marR="665835" algn="just">
              <a:lnSpc>
                <a:spcPct val="95825"/>
              </a:lnSpc>
              <a:spcBef>
                <a:spcPts val="21"/>
              </a:spcBef>
            </a:pPr>
            <a:r>
              <a:rPr sz="14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m s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hu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do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200" spc="1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—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cti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bund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oppe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667"/>
              </a:lnSpc>
              <a:spcBef>
                <a:spcPts val="170"/>
              </a:spcBef>
            </a:pPr>
            <a:r>
              <a:rPr sz="14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und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spc="-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ith</a:t>
            </a:r>
            <a:r>
              <a:rPr sz="12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cti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rs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ha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han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ce</a:t>
            </a:r>
            <a:r>
              <a:rPr sz="12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to </a:t>
            </a:r>
            <a:r>
              <a:rPr sz="1200" spc="14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ree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res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ou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rces 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79"/>
              </a:lnSpc>
            </a:pP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9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200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ha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  <a:p>
            <a:pPr marL="12700" marR="76784" algn="just">
              <a:lnSpc>
                <a:spcPts val="1667"/>
              </a:lnSpc>
              <a:spcBef>
                <a:spcPts val="116"/>
              </a:spcBef>
            </a:pPr>
            <a:r>
              <a:rPr sz="14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und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spc="-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tra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sition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ba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ck</a:t>
            </a:r>
            <a:r>
              <a:rPr sz="1200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to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 th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res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te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 w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re </a:t>
            </a:r>
            <a:endParaRPr sz="1200">
              <a:latin typeface="Arial"/>
              <a:cs typeface="Arial"/>
            </a:endParaRPr>
          </a:p>
          <a:p>
            <a:pPr marL="12700" marR="76784" algn="just">
              <a:lnSpc>
                <a:spcPts val="1379"/>
              </a:lnSpc>
            </a:pP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st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oppe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.</a:t>
            </a:r>
            <a:r>
              <a:rPr sz="12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2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the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re</a:t>
            </a:r>
            <a:r>
              <a:rPr sz="1200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2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9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200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rest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rted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200" spc="25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i="1" spc="4" dirty="0" smtClean="0">
                <a:solidFill>
                  <a:srgbClr val="2E5E5E"/>
                </a:solidFill>
                <a:latin typeface="Arial"/>
                <a:cs typeface="Arial"/>
              </a:rPr>
              <a:t>un</a:t>
            </a:r>
            <a:r>
              <a:rPr sz="1200" i="1" spc="0" dirty="0" smtClean="0">
                <a:solidFill>
                  <a:srgbClr val="2E5E5E"/>
                </a:solidFill>
                <a:latin typeface="Arial"/>
                <a:cs typeface="Arial"/>
              </a:rPr>
              <a:t>ins</a:t>
            </a:r>
            <a:r>
              <a:rPr sz="1200" i="1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i="1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i="1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200" i="1" spc="-4" dirty="0" smtClean="0">
                <a:solidFill>
                  <a:srgbClr val="2E5E5E"/>
                </a:solidFill>
                <a:latin typeface="Arial"/>
                <a:cs typeface="Arial"/>
              </a:rPr>
              <a:t>le</a:t>
            </a:r>
            <a:r>
              <a:rPr sz="1200" i="1" spc="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2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 </a:t>
            </a:r>
            <a:r>
              <a:rPr sz="1200" spc="-14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hich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ti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8820" y="4201505"/>
            <a:ext cx="393182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019"/>
              </a:lnSpc>
              <a:spcBef>
                <a:spcPts val="51"/>
              </a:spcBef>
            </a:pPr>
            <a:r>
              <a:rPr sz="900" dirty="0" smtClean="0">
                <a:solidFill>
                  <a:srgbClr val="565656"/>
                </a:solidFill>
                <a:latin typeface="Arial"/>
                <a:cs typeface="Arial"/>
              </a:rPr>
              <a:t>res</a:t>
            </a:r>
            <a:r>
              <a:rPr sz="900" dirty="0" smtClean="0">
                <a:solidFill>
                  <a:srgbClr val="3B3B3B"/>
                </a:solidFill>
                <a:latin typeface="Arial"/>
                <a:cs typeface="Arial"/>
              </a:rPr>
              <a:t>o</a:t>
            </a:r>
            <a:r>
              <a:rPr sz="900" dirty="0" smtClean="0">
                <a:solidFill>
                  <a:srgbClr val="101010"/>
                </a:solidFill>
                <a:latin typeface="Arial"/>
                <a:cs typeface="Arial"/>
              </a:rPr>
              <a:t>l</a:t>
            </a:r>
            <a:r>
              <a:rPr sz="900" dirty="0" smtClean="0">
                <a:solidFill>
                  <a:srgbClr val="3B3B3B"/>
                </a:solidFill>
                <a:latin typeface="Arial"/>
                <a:cs typeface="Arial"/>
              </a:rPr>
              <a:t>v</a:t>
            </a:r>
            <a:r>
              <a:rPr sz="900" dirty="0" smtClean="0">
                <a:solidFill>
                  <a:srgbClr val="565656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452" y="4420961"/>
            <a:ext cx="437268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019"/>
              </a:lnSpc>
              <a:spcBef>
                <a:spcPts val="51"/>
              </a:spcBef>
            </a:pPr>
            <a:r>
              <a:rPr sz="900" dirty="0" smtClean="0">
                <a:solidFill>
                  <a:srgbClr val="282826"/>
                </a:solidFill>
                <a:latin typeface="Arial"/>
                <a:cs typeface="Arial"/>
              </a:rPr>
              <a:t>un</a:t>
            </a:r>
            <a:r>
              <a:rPr sz="900" dirty="0" smtClean="0">
                <a:solidFill>
                  <a:srgbClr val="3B3B3B"/>
                </a:solidFill>
                <a:latin typeface="Arial"/>
                <a:cs typeface="Arial"/>
              </a:rPr>
              <a:t>in</a:t>
            </a:r>
            <a:r>
              <a:rPr sz="900" dirty="0" smtClean="0">
                <a:solidFill>
                  <a:srgbClr val="565656"/>
                </a:solidFill>
                <a:latin typeface="Arial"/>
                <a:cs typeface="Arial"/>
              </a:rPr>
              <a:t>s</a:t>
            </a:r>
            <a:r>
              <a:rPr sz="900" dirty="0" smtClean="0">
                <a:solidFill>
                  <a:srgbClr val="3B3B3B"/>
                </a:solidFill>
                <a:latin typeface="Arial"/>
                <a:cs typeface="Arial"/>
              </a:rPr>
              <a:t>ta</a:t>
            </a:r>
            <a:r>
              <a:rPr sz="900" dirty="0" smtClean="0">
                <a:solidFill>
                  <a:srgbClr val="565656"/>
                </a:solidFill>
                <a:latin typeface="Arial"/>
                <a:cs typeface="Arial"/>
              </a:rPr>
              <a:t>ll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41396" y="4488394"/>
            <a:ext cx="45293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dirty="0" smtClean="0">
                <a:solidFill>
                  <a:srgbClr val="3B3B3B"/>
                </a:solidFill>
                <a:latin typeface="Arial"/>
                <a:cs typeface="Arial"/>
              </a:rPr>
              <a:t>AC</a:t>
            </a:r>
            <a:r>
              <a:rPr sz="1000" dirty="0" smtClean="0">
                <a:solidFill>
                  <a:srgbClr val="565656"/>
                </a:solidFill>
                <a:latin typeface="Arial"/>
                <a:cs typeface="Arial"/>
              </a:rPr>
              <a:t>TI</a:t>
            </a:r>
            <a:r>
              <a:rPr sz="1000" dirty="0" smtClean="0">
                <a:solidFill>
                  <a:srgbClr val="3B3B3B"/>
                </a:solidFill>
                <a:latin typeface="Arial"/>
                <a:cs typeface="Arial"/>
              </a:rPr>
              <a:t>V</a:t>
            </a:r>
            <a:r>
              <a:rPr sz="1000" dirty="0" smtClean="0">
                <a:solidFill>
                  <a:srgbClr val="565656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6292" y="4492966"/>
            <a:ext cx="54243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dirty="0" smtClean="0">
                <a:solidFill>
                  <a:srgbClr val="3B3B3B"/>
                </a:solidFill>
                <a:latin typeface="Arial"/>
                <a:cs typeface="Arial"/>
              </a:rPr>
              <a:t>R</a:t>
            </a:r>
            <a:r>
              <a:rPr sz="1000" dirty="0" smtClean="0">
                <a:solidFill>
                  <a:srgbClr val="565656"/>
                </a:solidFill>
                <a:latin typeface="Arial"/>
                <a:cs typeface="Arial"/>
              </a:rPr>
              <a:t>ES</a:t>
            </a:r>
            <a:r>
              <a:rPr sz="1000" dirty="0" smtClean="0">
                <a:solidFill>
                  <a:srgbClr val="3B3B3B"/>
                </a:solidFill>
                <a:latin typeface="Arial"/>
                <a:cs typeface="Arial"/>
              </a:rPr>
              <a:t>O</a:t>
            </a:r>
            <a:r>
              <a:rPr sz="1000" dirty="0" smtClean="0">
                <a:solidFill>
                  <a:srgbClr val="565656"/>
                </a:solidFill>
                <a:latin typeface="Arial"/>
                <a:cs typeface="Arial"/>
              </a:rPr>
              <a:t>L</a:t>
            </a:r>
            <a:r>
              <a:rPr sz="1000" dirty="0" smtClean="0">
                <a:solidFill>
                  <a:srgbClr val="3B3B3B"/>
                </a:solidFill>
                <a:latin typeface="Arial"/>
                <a:cs typeface="Arial"/>
              </a:rPr>
              <a:t>V</a:t>
            </a:r>
            <a:r>
              <a:rPr sz="1000" dirty="0" smtClean="0">
                <a:solidFill>
                  <a:srgbClr val="565656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06572" y="4740570"/>
            <a:ext cx="26354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dirty="0" smtClean="0">
                <a:solidFill>
                  <a:srgbClr val="565656"/>
                </a:solidFill>
                <a:latin typeface="Times New Roman"/>
                <a:cs typeface="Times New Roman"/>
              </a:rPr>
              <a:t>s</a:t>
            </a:r>
            <a:r>
              <a:rPr sz="1000" dirty="0" smtClean="0">
                <a:solidFill>
                  <a:srgbClr val="3B3B3B"/>
                </a:solidFill>
                <a:latin typeface="Times New Roman"/>
                <a:cs typeface="Times New Roman"/>
              </a:rPr>
              <a:t>top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59100" y="5005030"/>
            <a:ext cx="60501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dirty="0" smtClean="0">
                <a:solidFill>
                  <a:srgbClr val="3B3B3B"/>
                </a:solidFill>
                <a:latin typeface="Arial"/>
                <a:cs typeface="Arial"/>
              </a:rPr>
              <a:t>S</a:t>
            </a:r>
            <a:r>
              <a:rPr sz="1000" dirty="0" smtClean="0">
                <a:solidFill>
                  <a:srgbClr val="565656"/>
                </a:solidFill>
                <a:latin typeface="Arial"/>
                <a:cs typeface="Arial"/>
              </a:rPr>
              <a:t>T</a:t>
            </a:r>
            <a:r>
              <a:rPr sz="1000" dirty="0" smtClean="0">
                <a:solidFill>
                  <a:srgbClr val="3B3B3B"/>
                </a:solidFill>
                <a:latin typeface="Arial"/>
                <a:cs typeface="Arial"/>
              </a:rPr>
              <a:t>OP</a:t>
            </a:r>
            <a:r>
              <a:rPr sz="1000" spc="-4" dirty="0" smtClean="0">
                <a:solidFill>
                  <a:srgbClr val="3B3B3B"/>
                </a:solidFill>
                <a:latin typeface="Arial"/>
                <a:cs typeface="Arial"/>
              </a:rPr>
              <a:t>P</a:t>
            </a:r>
            <a:r>
              <a:rPr sz="1000" spc="0" dirty="0" smtClean="0">
                <a:solidFill>
                  <a:srgbClr val="282826"/>
                </a:solidFill>
                <a:latin typeface="Arial"/>
                <a:cs typeface="Arial"/>
              </a:rPr>
              <a:t>I</a:t>
            </a:r>
            <a:r>
              <a:rPr sz="1000" spc="0" dirty="0" smtClean="0">
                <a:solidFill>
                  <a:srgbClr val="3B3B3B"/>
                </a:solidFill>
                <a:latin typeface="Arial"/>
                <a:cs typeface="Arial"/>
              </a:rPr>
              <a:t>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8171" y="5137618"/>
            <a:ext cx="763055" cy="152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spc="0" dirty="0" smtClean="0">
                <a:solidFill>
                  <a:srgbClr val="3B3B3B"/>
                </a:solidFill>
                <a:latin typeface="Arial"/>
                <a:cs typeface="Arial"/>
              </a:rPr>
              <a:t>N</a:t>
            </a:r>
            <a:r>
              <a:rPr sz="1000" spc="-19" dirty="0" smtClean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000" spc="0" dirty="0" smtClean="0">
                <a:solidFill>
                  <a:srgbClr val="565656"/>
                </a:solidFill>
                <a:latin typeface="Arial"/>
                <a:cs typeface="Arial"/>
              </a:rPr>
              <a:t>I</a:t>
            </a:r>
            <a:r>
              <a:rPr sz="1000" spc="0" dirty="0" smtClean="0">
                <a:solidFill>
                  <a:srgbClr val="3B3B3B"/>
                </a:solidFill>
                <a:latin typeface="Arial"/>
                <a:cs typeface="Arial"/>
              </a:rPr>
              <a:t>NS</a:t>
            </a:r>
            <a:r>
              <a:rPr sz="1000" spc="0" dirty="0" smtClean="0">
                <a:solidFill>
                  <a:srgbClr val="565656"/>
                </a:solidFill>
                <a:latin typeface="Arial"/>
                <a:cs typeface="Arial"/>
              </a:rPr>
              <a:t>T</a:t>
            </a:r>
            <a:r>
              <a:rPr sz="1000" spc="0" dirty="0" smtClean="0">
                <a:solidFill>
                  <a:srgbClr val="3B3B3B"/>
                </a:solidFill>
                <a:latin typeface="Arial"/>
                <a:cs typeface="Arial"/>
              </a:rPr>
              <a:t>AL</a:t>
            </a:r>
            <a:r>
              <a:rPr sz="1000" spc="0" dirty="0" smtClean="0">
                <a:solidFill>
                  <a:srgbClr val="565656"/>
                </a:solidFill>
                <a:latin typeface="Arial"/>
                <a:cs typeface="Arial"/>
              </a:rPr>
              <a:t>LED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8999" y="4673599"/>
            <a:ext cx="495299" cy="406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1384299" y="4673599"/>
            <a:ext cx="317499" cy="406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45"/>
              </a:spcBef>
            </a:pPr>
            <a:endParaRPr sz="900"/>
          </a:p>
          <a:p>
            <a:pPr marL="97028">
              <a:lnSpc>
                <a:spcPct val="95825"/>
              </a:lnSpc>
            </a:pPr>
            <a:r>
              <a:rPr sz="1100" spc="0" dirty="0" smtClean="0">
                <a:solidFill>
                  <a:srgbClr val="565656"/>
                </a:solidFill>
                <a:latin typeface="Times New Roman"/>
                <a:cs typeface="Times New Roman"/>
              </a:rPr>
              <a:t>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1799" y="4673599"/>
            <a:ext cx="177799" cy="406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914399" y="4038599"/>
            <a:ext cx="215899" cy="393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1130299" y="4038599"/>
            <a:ext cx="520699" cy="393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1650999" y="4038599"/>
            <a:ext cx="50799" cy="393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03" y="3105169"/>
            <a:ext cx="3988990" cy="2684839"/>
          </a:xfrm>
          <a:prstGeom prst="rect">
            <a:avLst/>
          </a:prstGeom>
        </p:spPr>
      </p:pic>
      <p:sp>
        <p:nvSpPr>
          <p:cNvPr id="50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smtClean="0"/>
              <a:t>OSGI framework Bundles lifecycle</a:t>
            </a:r>
            <a:endParaRPr lang="de-DE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bject 43"/>
          <p:cNvSpPr/>
          <p:nvPr/>
        </p:nvSpPr>
        <p:spPr>
          <a:xfrm>
            <a:off x="5105400" y="4245737"/>
            <a:ext cx="914400" cy="654050"/>
          </a:xfrm>
          <a:custGeom>
            <a:avLst/>
            <a:gdLst/>
            <a:ahLst/>
            <a:cxnLst/>
            <a:rect l="l" t="t" r="r" b="b"/>
            <a:pathLst>
              <a:path w="914400" h="654050">
                <a:moveTo>
                  <a:pt x="0" y="173862"/>
                </a:moveTo>
                <a:lnTo>
                  <a:pt x="0" y="654050"/>
                </a:lnTo>
                <a:lnTo>
                  <a:pt x="914400" y="654050"/>
                </a:lnTo>
                <a:lnTo>
                  <a:pt x="914400" y="173862"/>
                </a:lnTo>
                <a:lnTo>
                  <a:pt x="381000" y="173862"/>
                </a:lnTo>
                <a:lnTo>
                  <a:pt x="74422" y="0"/>
                </a:lnTo>
                <a:lnTo>
                  <a:pt x="152400" y="173862"/>
                </a:lnTo>
                <a:lnTo>
                  <a:pt x="0" y="173862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105400" y="4245737"/>
            <a:ext cx="914400" cy="654050"/>
          </a:xfrm>
          <a:custGeom>
            <a:avLst/>
            <a:gdLst/>
            <a:ahLst/>
            <a:cxnLst/>
            <a:rect l="l" t="t" r="r" b="b"/>
            <a:pathLst>
              <a:path w="914400" h="654050">
                <a:moveTo>
                  <a:pt x="0" y="173862"/>
                </a:moveTo>
                <a:lnTo>
                  <a:pt x="152400" y="173862"/>
                </a:lnTo>
                <a:lnTo>
                  <a:pt x="74422" y="0"/>
                </a:lnTo>
                <a:lnTo>
                  <a:pt x="381000" y="173862"/>
                </a:lnTo>
                <a:lnTo>
                  <a:pt x="914400" y="173862"/>
                </a:lnTo>
                <a:lnTo>
                  <a:pt x="914400" y="253873"/>
                </a:lnTo>
                <a:lnTo>
                  <a:pt x="914400" y="373888"/>
                </a:lnTo>
                <a:lnTo>
                  <a:pt x="914400" y="654050"/>
                </a:lnTo>
                <a:lnTo>
                  <a:pt x="381000" y="654050"/>
                </a:lnTo>
                <a:lnTo>
                  <a:pt x="152400" y="654050"/>
                </a:lnTo>
                <a:lnTo>
                  <a:pt x="0" y="654050"/>
                </a:lnTo>
                <a:lnTo>
                  <a:pt x="0" y="373888"/>
                </a:lnTo>
                <a:lnTo>
                  <a:pt x="0" y="253873"/>
                </a:lnTo>
                <a:lnTo>
                  <a:pt x="0" y="173862"/>
                </a:lnTo>
                <a:close/>
              </a:path>
            </a:pathLst>
          </a:custGeom>
          <a:ln w="9525">
            <a:solidFill>
              <a:srgbClr val="00CC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962400" y="4095242"/>
            <a:ext cx="914400" cy="880744"/>
          </a:xfrm>
          <a:custGeom>
            <a:avLst/>
            <a:gdLst/>
            <a:ahLst/>
            <a:cxnLst/>
            <a:rect l="l" t="t" r="r" b="b"/>
            <a:pathLst>
              <a:path w="914400" h="880745">
                <a:moveTo>
                  <a:pt x="914400" y="400557"/>
                </a:moveTo>
                <a:lnTo>
                  <a:pt x="762000" y="400557"/>
                </a:lnTo>
                <a:lnTo>
                  <a:pt x="830834" y="0"/>
                </a:lnTo>
                <a:lnTo>
                  <a:pt x="533400" y="400557"/>
                </a:lnTo>
                <a:lnTo>
                  <a:pt x="0" y="400557"/>
                </a:lnTo>
                <a:lnTo>
                  <a:pt x="0" y="880744"/>
                </a:lnTo>
                <a:lnTo>
                  <a:pt x="914400" y="880744"/>
                </a:lnTo>
                <a:lnTo>
                  <a:pt x="914400" y="400557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962400" y="4095242"/>
            <a:ext cx="914400" cy="880744"/>
          </a:xfrm>
          <a:custGeom>
            <a:avLst/>
            <a:gdLst/>
            <a:ahLst/>
            <a:cxnLst/>
            <a:rect l="l" t="t" r="r" b="b"/>
            <a:pathLst>
              <a:path w="914400" h="880745">
                <a:moveTo>
                  <a:pt x="0" y="400557"/>
                </a:moveTo>
                <a:lnTo>
                  <a:pt x="533400" y="400557"/>
                </a:lnTo>
                <a:lnTo>
                  <a:pt x="830834" y="0"/>
                </a:lnTo>
                <a:lnTo>
                  <a:pt x="762000" y="400557"/>
                </a:lnTo>
                <a:lnTo>
                  <a:pt x="914400" y="400557"/>
                </a:lnTo>
                <a:lnTo>
                  <a:pt x="914400" y="480567"/>
                </a:lnTo>
                <a:lnTo>
                  <a:pt x="914400" y="600582"/>
                </a:lnTo>
                <a:lnTo>
                  <a:pt x="914400" y="880744"/>
                </a:lnTo>
                <a:lnTo>
                  <a:pt x="762000" y="880744"/>
                </a:lnTo>
                <a:lnTo>
                  <a:pt x="533400" y="880744"/>
                </a:lnTo>
                <a:lnTo>
                  <a:pt x="0" y="880744"/>
                </a:lnTo>
                <a:lnTo>
                  <a:pt x="0" y="600582"/>
                </a:lnTo>
                <a:lnTo>
                  <a:pt x="0" y="480567"/>
                </a:lnTo>
                <a:lnTo>
                  <a:pt x="0" y="400557"/>
                </a:lnTo>
                <a:close/>
              </a:path>
            </a:pathLst>
          </a:custGeom>
          <a:ln w="9525">
            <a:solidFill>
              <a:srgbClr val="00CC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229600" y="2743200"/>
            <a:ext cx="914400" cy="831341"/>
          </a:xfrm>
          <a:custGeom>
            <a:avLst/>
            <a:gdLst/>
            <a:ahLst/>
            <a:cxnLst/>
            <a:rect l="l" t="t" r="r" b="b"/>
            <a:pathLst>
              <a:path w="914400" h="831341">
                <a:moveTo>
                  <a:pt x="381000" y="480187"/>
                </a:moveTo>
                <a:lnTo>
                  <a:pt x="914399" y="480187"/>
                </a:lnTo>
                <a:lnTo>
                  <a:pt x="914399" y="0"/>
                </a:lnTo>
                <a:lnTo>
                  <a:pt x="0" y="0"/>
                </a:lnTo>
                <a:lnTo>
                  <a:pt x="0" y="480187"/>
                </a:lnTo>
                <a:lnTo>
                  <a:pt x="152400" y="480187"/>
                </a:lnTo>
                <a:lnTo>
                  <a:pt x="386333" y="831341"/>
                </a:lnTo>
                <a:lnTo>
                  <a:pt x="381000" y="480187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29600" y="2743200"/>
            <a:ext cx="914400" cy="831341"/>
          </a:xfrm>
          <a:custGeom>
            <a:avLst/>
            <a:gdLst/>
            <a:ahLst/>
            <a:cxnLst/>
            <a:rect l="l" t="t" r="r" b="b"/>
            <a:pathLst>
              <a:path w="914400" h="831341">
                <a:moveTo>
                  <a:pt x="152400" y="0"/>
                </a:moveTo>
                <a:lnTo>
                  <a:pt x="0" y="0"/>
                </a:lnTo>
              </a:path>
              <a:path w="914400" h="831341">
                <a:moveTo>
                  <a:pt x="0" y="1"/>
                </a:moveTo>
                <a:lnTo>
                  <a:pt x="152400" y="0"/>
                </a:lnTo>
              </a:path>
              <a:path w="914400" h="831341">
                <a:moveTo>
                  <a:pt x="381000" y="0"/>
                </a:moveTo>
                <a:lnTo>
                  <a:pt x="152400" y="0"/>
                </a:lnTo>
              </a:path>
              <a:path w="914400" h="831341">
                <a:moveTo>
                  <a:pt x="152400" y="1"/>
                </a:moveTo>
                <a:lnTo>
                  <a:pt x="381000" y="0"/>
                </a:lnTo>
              </a:path>
              <a:path w="914400" h="831341">
                <a:moveTo>
                  <a:pt x="914399" y="0"/>
                </a:moveTo>
                <a:lnTo>
                  <a:pt x="381000" y="0"/>
                </a:lnTo>
              </a:path>
              <a:path w="914400" h="831341">
                <a:moveTo>
                  <a:pt x="914399" y="280034"/>
                </a:moveTo>
                <a:lnTo>
                  <a:pt x="914399" y="0"/>
                </a:lnTo>
              </a:path>
              <a:path w="914400" h="831341">
                <a:moveTo>
                  <a:pt x="381000" y="480187"/>
                </a:moveTo>
                <a:lnTo>
                  <a:pt x="914399" y="480187"/>
                </a:lnTo>
                <a:lnTo>
                  <a:pt x="914399" y="400050"/>
                </a:lnTo>
              </a:path>
              <a:path w="914400" h="831341">
                <a:moveTo>
                  <a:pt x="152400" y="480187"/>
                </a:moveTo>
                <a:lnTo>
                  <a:pt x="386333" y="831341"/>
                </a:lnTo>
                <a:lnTo>
                  <a:pt x="381000" y="480187"/>
                </a:lnTo>
              </a:path>
              <a:path w="914400" h="831341">
                <a:moveTo>
                  <a:pt x="0" y="400050"/>
                </a:moveTo>
                <a:lnTo>
                  <a:pt x="0" y="480187"/>
                </a:lnTo>
                <a:lnTo>
                  <a:pt x="152400" y="480187"/>
                </a:lnTo>
              </a:path>
              <a:path w="914400" h="831341">
                <a:moveTo>
                  <a:pt x="0" y="280035"/>
                </a:moveTo>
                <a:lnTo>
                  <a:pt x="0" y="400050"/>
                </a:lnTo>
              </a:path>
            </a:pathLst>
          </a:custGeom>
          <a:ln w="9525">
            <a:solidFill>
              <a:srgbClr val="00CC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775199" y="2743199"/>
            <a:ext cx="4368799" cy="0"/>
          </a:xfrm>
          <a:custGeom>
            <a:avLst/>
            <a:gdLst/>
            <a:ahLst/>
            <a:cxnLst/>
            <a:rect l="l" t="t" r="r" b="b"/>
            <a:pathLst>
              <a:path w="4368799">
                <a:moveTo>
                  <a:pt x="0" y="0"/>
                </a:moveTo>
                <a:lnTo>
                  <a:pt x="4368799" y="0"/>
                </a:lnTo>
              </a:path>
            </a:pathLst>
          </a:custGeom>
          <a:ln w="0">
            <a:solidFill>
              <a:srgbClr val="99B8F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95400" y="4234942"/>
            <a:ext cx="914400" cy="664844"/>
          </a:xfrm>
          <a:custGeom>
            <a:avLst/>
            <a:gdLst/>
            <a:ahLst/>
            <a:cxnLst/>
            <a:rect l="l" t="t" r="r" b="b"/>
            <a:pathLst>
              <a:path w="914400" h="664845">
                <a:moveTo>
                  <a:pt x="914400" y="184657"/>
                </a:moveTo>
                <a:lnTo>
                  <a:pt x="762000" y="184657"/>
                </a:lnTo>
                <a:lnTo>
                  <a:pt x="843533" y="0"/>
                </a:lnTo>
                <a:lnTo>
                  <a:pt x="533400" y="184657"/>
                </a:lnTo>
                <a:lnTo>
                  <a:pt x="0" y="184657"/>
                </a:lnTo>
                <a:lnTo>
                  <a:pt x="0" y="664844"/>
                </a:lnTo>
                <a:lnTo>
                  <a:pt x="914400" y="664844"/>
                </a:lnTo>
                <a:lnTo>
                  <a:pt x="914400" y="184657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95400" y="4234942"/>
            <a:ext cx="914400" cy="664844"/>
          </a:xfrm>
          <a:custGeom>
            <a:avLst/>
            <a:gdLst/>
            <a:ahLst/>
            <a:cxnLst/>
            <a:rect l="l" t="t" r="r" b="b"/>
            <a:pathLst>
              <a:path w="914400" h="664845">
                <a:moveTo>
                  <a:pt x="0" y="184657"/>
                </a:moveTo>
                <a:lnTo>
                  <a:pt x="533400" y="184657"/>
                </a:lnTo>
                <a:lnTo>
                  <a:pt x="843533" y="0"/>
                </a:lnTo>
                <a:lnTo>
                  <a:pt x="762000" y="184657"/>
                </a:lnTo>
                <a:lnTo>
                  <a:pt x="914400" y="184657"/>
                </a:lnTo>
                <a:lnTo>
                  <a:pt x="914400" y="264667"/>
                </a:lnTo>
                <a:lnTo>
                  <a:pt x="914400" y="384682"/>
                </a:lnTo>
                <a:lnTo>
                  <a:pt x="914400" y="664844"/>
                </a:lnTo>
                <a:lnTo>
                  <a:pt x="762000" y="664844"/>
                </a:lnTo>
                <a:lnTo>
                  <a:pt x="533400" y="664844"/>
                </a:lnTo>
                <a:lnTo>
                  <a:pt x="0" y="664844"/>
                </a:lnTo>
                <a:lnTo>
                  <a:pt x="0" y="384682"/>
                </a:lnTo>
                <a:lnTo>
                  <a:pt x="0" y="264667"/>
                </a:lnTo>
                <a:lnTo>
                  <a:pt x="0" y="184657"/>
                </a:lnTo>
                <a:close/>
              </a:path>
            </a:pathLst>
          </a:custGeom>
          <a:ln w="9525">
            <a:solidFill>
              <a:srgbClr val="00CC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0" y="6807200"/>
            <a:ext cx="9143999" cy="0"/>
          </a:xfrm>
          <a:custGeom>
            <a:avLst/>
            <a:gdLst/>
            <a:ahLst/>
            <a:cxnLst/>
            <a:rect l="l" t="t" r="r" b="b"/>
            <a:pathLst>
              <a:path w="9143999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01600">
            <a:solidFill>
              <a:srgbClr val="D1262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735072" y="67206"/>
            <a:ext cx="3220644" cy="7396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85063" marR="787552" algn="ctr">
              <a:lnSpc>
                <a:spcPct val="95825"/>
              </a:lnSpc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5940" y="1377660"/>
            <a:ext cx="6711543" cy="5379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An OS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le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pr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es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 cl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ar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fin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tion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of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its mo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—this</a:t>
            </a:r>
            <a:endParaRPr sz="1800">
              <a:latin typeface="Arial"/>
              <a:cs typeface="Arial"/>
            </a:endParaRPr>
          </a:p>
          <a:p>
            <a:pPr marL="12700" marR="41148">
              <a:lnSpc>
                <a:spcPts val="1870"/>
              </a:lnSpc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tit</a:t>
            </a:r>
            <a:r>
              <a:rPr sz="1800" spc="-154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800" spc="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its re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q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rem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nts,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its ca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iti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50201" y="1414708"/>
            <a:ext cx="1188745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5940" y="2283297"/>
            <a:ext cx="2937408" cy="5379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-S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mb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ame</a:t>
            </a:r>
            <a:endParaRPr sz="1800">
              <a:latin typeface="Arial"/>
              <a:cs typeface="Arial"/>
            </a:endParaRPr>
          </a:p>
          <a:p>
            <a:pPr marL="12700" marR="41148">
              <a:lnSpc>
                <a:spcPts val="1870"/>
              </a:lnSpc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fin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ng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tit</a:t>
            </a:r>
            <a:r>
              <a:rPr sz="1800" spc="-154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77895" y="2320345"/>
            <a:ext cx="439165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21379" y="2320345"/>
            <a:ext cx="3360470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-</a:t>
            </a:r>
            <a:r>
              <a:rPr sz="1800" spc="-94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ers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ifest</a:t>
            </a:r>
            <a:r>
              <a:rPr sz="1800" spc="4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88453" y="2320345"/>
            <a:ext cx="1252753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take care 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97044" y="2774515"/>
            <a:ext cx="1981139" cy="596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843" marR="17145">
              <a:lnSpc>
                <a:spcPct val="94401"/>
              </a:lnSpc>
              <a:spcBef>
                <a:spcPts val="10"/>
              </a:spcBef>
            </a:pPr>
            <a:r>
              <a:rPr sz="900" dirty="0" smtClean="0">
                <a:solidFill>
                  <a:srgbClr val="7E0000"/>
                </a:solidFill>
                <a:latin typeface="Courier New"/>
                <a:cs typeface="Courier New"/>
              </a:rPr>
              <a:t>Manifest-Version</a:t>
            </a:r>
            <a:r>
              <a:rPr sz="900" dirty="0" smtClean="0">
                <a:latin typeface="Courier New"/>
                <a:cs typeface="Courier New"/>
              </a:rPr>
              <a:t>: </a:t>
            </a:r>
            <a:r>
              <a:rPr sz="900" spc="-34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1.0</a:t>
            </a:r>
            <a:endParaRPr sz="900">
              <a:latin typeface="Courier New"/>
              <a:cs typeface="Courier New"/>
            </a:endParaRPr>
          </a:p>
          <a:p>
            <a:pPr marL="12700" marR="17145">
              <a:lnSpc>
                <a:spcPct val="94401"/>
              </a:lnSpc>
              <a:spcBef>
                <a:spcPts val="204"/>
              </a:spcBef>
            </a:pPr>
            <a:r>
              <a:rPr sz="900" dirty="0" smtClean="0">
                <a:solidFill>
                  <a:srgbClr val="7E0000"/>
                </a:solidFill>
                <a:latin typeface="Courier New"/>
                <a:cs typeface="Courier New"/>
              </a:rPr>
              <a:t>Buncl1e-ManifestVersion</a:t>
            </a:r>
            <a:r>
              <a:rPr sz="900" dirty="0" smtClean="0">
                <a:latin typeface="Courier New"/>
                <a:cs typeface="Courier New"/>
              </a:rPr>
              <a:t>:</a:t>
            </a:r>
            <a:r>
              <a:rPr sz="900" spc="-264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2</a:t>
            </a:r>
            <a:endParaRPr sz="900">
              <a:latin typeface="Courier New"/>
              <a:cs typeface="Courier New"/>
            </a:endParaRPr>
          </a:p>
          <a:p>
            <a:pPr marL="12700" marR="2283">
              <a:lnSpc>
                <a:spcPct val="94401"/>
              </a:lnSpc>
              <a:spcBef>
                <a:spcPts val="130"/>
              </a:spcBef>
            </a:pPr>
            <a:r>
              <a:rPr sz="900" dirty="0" smtClean="0">
                <a:solidFill>
                  <a:srgbClr val="7E0000"/>
                </a:solidFill>
                <a:latin typeface="Courier New"/>
                <a:cs typeface="Courier New"/>
              </a:rPr>
              <a:t>Buncl1e-llame</a:t>
            </a:r>
            <a:r>
              <a:rPr sz="900" dirty="0" smtClean="0">
                <a:latin typeface="Courier New"/>
                <a:cs typeface="Courier New"/>
              </a:rPr>
              <a:t>:</a:t>
            </a:r>
            <a:r>
              <a:rPr sz="900" spc="269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Sample</a:t>
            </a:r>
            <a:r>
              <a:rPr sz="900" spc="179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service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94401"/>
              </a:lnSpc>
              <a:spcBef>
                <a:spcPts val="204"/>
              </a:spcBef>
            </a:pPr>
            <a:r>
              <a:rPr sz="900" dirty="0" smtClean="0">
                <a:solidFill>
                  <a:srgbClr val="7E0000"/>
                </a:solidFill>
                <a:latin typeface="Courier New"/>
                <a:cs typeface="Courier New"/>
              </a:rPr>
              <a:t>Buncl1e-Syrnbolicllam.e</a:t>
            </a:r>
            <a:r>
              <a:rPr sz="900" dirty="0" smtClean="0">
                <a:latin typeface="Courier New"/>
                <a:cs typeface="Courier New"/>
              </a:rPr>
              <a:t>:</a:t>
            </a:r>
            <a:r>
              <a:rPr sz="900" spc="-4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sample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09864" y="2782903"/>
            <a:ext cx="701598" cy="3972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2859">
              <a:lnSpc>
                <a:spcPts val="1325"/>
              </a:lnSpc>
              <a:spcBef>
                <a:spcPts val="66"/>
              </a:spcBef>
            </a:pP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Bu</a:t>
            </a:r>
            <a:r>
              <a:rPr sz="1200" b="1" spc="-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dle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278"/>
              </a:spcBef>
            </a:pPr>
            <a:r>
              <a:rPr sz="1200" b="1" spc="-3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ti</a:t>
            </a:r>
            <a:r>
              <a:rPr sz="1200" b="1" spc="-1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b="1" spc="-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9052" y="2957016"/>
            <a:ext cx="1476327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baseline="5350" dirty="0" smtClean="0">
                <a:solidFill>
                  <a:srgbClr val="7E0000"/>
                </a:solidFill>
                <a:latin typeface="Courier New"/>
                <a:cs typeface="Courier New"/>
              </a:rPr>
              <a:t>Manifest-Version</a:t>
            </a:r>
            <a:r>
              <a:rPr sz="1650" baseline="5350" dirty="0" smtClean="0"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53260" y="2957016"/>
            <a:ext cx="297855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spc="0" baseline="5350" dirty="0" smtClean="0">
                <a:latin typeface="Courier New"/>
                <a:cs typeface="Courier New"/>
              </a:rPr>
              <a:t>1.0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36156" y="3076267"/>
            <a:ext cx="1386779" cy="2951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844" marR="17145">
              <a:lnSpc>
                <a:spcPct val="94401"/>
              </a:lnSpc>
              <a:spcBef>
                <a:spcPts val="10"/>
              </a:spcBef>
            </a:pPr>
            <a:r>
              <a:rPr sz="900" spc="0" dirty="0" smtClean="0">
                <a:latin typeface="Courier New"/>
                <a:cs typeface="Courier New"/>
              </a:rPr>
              <a:t>impl_bundle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94401"/>
              </a:lnSpc>
              <a:spcBef>
                <a:spcPts val="204"/>
              </a:spcBef>
            </a:pPr>
            <a:r>
              <a:rPr sz="900" spc="0" dirty="0" smtClean="0">
                <a:latin typeface="Courier New"/>
                <a:cs typeface="Courier New"/>
              </a:rPr>
              <a:t>service</a:t>
            </a:r>
            <a:r>
              <a:rPr sz="900" spc="284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imp!</a:t>
            </a:r>
            <a:r>
              <a:rPr sz="900" spc="34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bundle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9908" y="3149040"/>
            <a:ext cx="2022834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baseline="5350" dirty="0" smtClean="0">
                <a:solidFill>
                  <a:srgbClr val="7E0000"/>
                </a:solidFill>
                <a:latin typeface="Courier New"/>
                <a:cs typeface="Courier New"/>
              </a:rPr>
              <a:t>Bundle-ManifestVersio</a:t>
            </a:r>
            <a:r>
              <a:rPr sz="1650" spc="-4" baseline="5350" dirty="0" smtClean="0">
                <a:solidFill>
                  <a:srgbClr val="7E0000"/>
                </a:solidFill>
                <a:latin typeface="Courier New"/>
                <a:cs typeface="Courier New"/>
              </a:rPr>
              <a:t>n</a:t>
            </a:r>
            <a:r>
              <a:rPr sz="1650" spc="0" baseline="5350" dirty="0" smtClean="0"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83612" y="3149040"/>
            <a:ext cx="108391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spc="0" baseline="5350" dirty="0" smtClean="0"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9908" y="3350208"/>
            <a:ext cx="1033758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baseline="5350" dirty="0" smtClean="0">
                <a:solidFill>
                  <a:srgbClr val="7E0000"/>
                </a:solidFill>
                <a:latin typeface="Courier New"/>
                <a:cs typeface="Courier New"/>
              </a:rPr>
              <a:t>Bundle-Harne</a:t>
            </a:r>
            <a:r>
              <a:rPr sz="1650" baseline="5350" dirty="0" smtClean="0"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77772" y="3350208"/>
            <a:ext cx="1890695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spc="0" baseline="5350" dirty="0" smtClean="0">
                <a:latin typeface="Courier New"/>
                <a:cs typeface="Courier New"/>
              </a:rPr>
              <a:t>Saniple_service_bundle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97044" y="3387163"/>
            <a:ext cx="4377101" cy="9077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8341">
              <a:lnSpc>
                <a:spcPct val="94401"/>
              </a:lnSpc>
              <a:spcBef>
                <a:spcPts val="10"/>
              </a:spcBef>
            </a:pPr>
            <a:r>
              <a:rPr sz="900" dirty="0" smtClean="0">
                <a:solidFill>
                  <a:srgbClr val="7E0000"/>
                </a:solidFill>
                <a:latin typeface="Courier New"/>
                <a:cs typeface="Courier New"/>
              </a:rPr>
              <a:t>Buncl1e-Version</a:t>
            </a:r>
            <a:r>
              <a:rPr sz="900" dirty="0" smtClean="0">
                <a:latin typeface="Courier New"/>
                <a:cs typeface="Courier New"/>
              </a:rPr>
              <a:t>:</a:t>
            </a:r>
            <a:r>
              <a:rPr sz="900" spc="175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1.0.1.qualifier</a:t>
            </a:r>
            <a:endParaRPr sz="900" dirty="0">
              <a:latin typeface="Courier New"/>
              <a:cs typeface="Courier New"/>
            </a:endParaRPr>
          </a:p>
          <a:p>
            <a:pPr marL="12700" marR="18341">
              <a:lnSpc>
                <a:spcPct val="94401"/>
              </a:lnSpc>
              <a:spcBef>
                <a:spcPts val="204"/>
              </a:spcBef>
            </a:pPr>
            <a:r>
              <a:rPr sz="900" dirty="0" smtClean="0">
                <a:solidFill>
                  <a:srgbClr val="7E0000"/>
                </a:solidFill>
                <a:latin typeface="Courier New"/>
                <a:cs typeface="Courier New"/>
              </a:rPr>
              <a:t>Buncl1e-Activator</a:t>
            </a:r>
            <a:r>
              <a:rPr sz="900" dirty="0" smtClean="0">
                <a:latin typeface="Courier New"/>
                <a:cs typeface="Courier New"/>
              </a:rPr>
              <a:t>:</a:t>
            </a:r>
            <a:r>
              <a:rPr sz="900" spc="19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sample_service  impl_bundle.Activator</a:t>
            </a:r>
            <a:endParaRPr sz="900" dirty="0">
              <a:latin typeface="Courier New"/>
              <a:cs typeface="Courier New"/>
            </a:endParaRPr>
          </a:p>
          <a:p>
            <a:pPr marL="12700" marR="18341">
              <a:lnSpc>
                <a:spcPct val="94401"/>
              </a:lnSpc>
              <a:spcBef>
                <a:spcPts val="165"/>
              </a:spcBef>
            </a:pPr>
            <a:r>
              <a:rPr sz="900" dirty="0" smtClean="0">
                <a:solidFill>
                  <a:srgbClr val="7E0000"/>
                </a:solidFill>
                <a:latin typeface="Courier New"/>
                <a:cs typeface="Courier New"/>
              </a:rPr>
              <a:t>Buncl1e-ActivationPolicy</a:t>
            </a:r>
            <a:r>
              <a:rPr sz="900" dirty="0" smtClean="0">
                <a:latin typeface="Courier New"/>
                <a:cs typeface="Courier New"/>
              </a:rPr>
              <a:t>:</a:t>
            </a:r>
            <a:r>
              <a:rPr sz="900" spc="-194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lazy</a:t>
            </a:r>
            <a:endParaRPr sz="900" dirty="0">
              <a:latin typeface="Courier New"/>
              <a:cs typeface="Courier New"/>
            </a:endParaRPr>
          </a:p>
          <a:p>
            <a:pPr marL="12700" marR="18341">
              <a:lnSpc>
                <a:spcPct val="94401"/>
              </a:lnSpc>
              <a:spcBef>
                <a:spcPts val="204"/>
              </a:spcBef>
            </a:pPr>
            <a:r>
              <a:rPr sz="900" dirty="0" smtClean="0">
                <a:solidFill>
                  <a:srgbClr val="7E0000"/>
                </a:solidFill>
                <a:latin typeface="Courier New"/>
                <a:cs typeface="Courier New"/>
              </a:rPr>
              <a:t>Buncl1e-RequiredExecutionEnvirornnen</a:t>
            </a:r>
            <a:r>
              <a:rPr sz="900" spc="-4" dirty="0" smtClean="0">
                <a:solidFill>
                  <a:srgbClr val="7E0000"/>
                </a:solidFill>
                <a:latin typeface="Courier New"/>
                <a:cs typeface="Courier New"/>
              </a:rPr>
              <a:t>t</a:t>
            </a:r>
            <a:r>
              <a:rPr sz="900" spc="0" dirty="0" smtClean="0">
                <a:latin typeface="Courier New"/>
                <a:cs typeface="Courier New"/>
              </a:rPr>
              <a:t>:JavaSE-1.6</a:t>
            </a:r>
            <a:endParaRPr sz="900" dirty="0">
              <a:latin typeface="Courier New"/>
              <a:cs typeface="Courier New"/>
            </a:endParaRPr>
          </a:p>
          <a:p>
            <a:pPr marL="21843" marR="18341">
              <a:lnSpc>
                <a:spcPct val="95825"/>
              </a:lnSpc>
              <a:spcBef>
                <a:spcPts val="110"/>
              </a:spcBef>
            </a:pPr>
            <a:r>
              <a:rPr sz="900" dirty="0" smtClean="0">
                <a:solidFill>
                  <a:srgbClr val="7E0000"/>
                </a:solidFill>
                <a:latin typeface="Courier New"/>
                <a:cs typeface="Courier New"/>
              </a:rPr>
              <a:t>Import-Package</a:t>
            </a:r>
            <a:r>
              <a:rPr sz="900" dirty="0" smtClean="0">
                <a:latin typeface="Courier New"/>
                <a:cs typeface="Courier New"/>
              </a:rPr>
              <a:t>:</a:t>
            </a:r>
            <a:r>
              <a:rPr sz="900" spc="209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org</a:t>
            </a:r>
            <a:r>
              <a:rPr sz="900" spc="69" dirty="0" smtClean="0">
                <a:latin typeface="Courier New"/>
                <a:cs typeface="Courier New"/>
              </a:rPr>
              <a:t>.</a:t>
            </a:r>
            <a:r>
              <a:rPr sz="900" spc="0" dirty="0" smtClean="0">
                <a:latin typeface="Courier New"/>
                <a:cs typeface="Courier New"/>
              </a:rPr>
              <a:t>osgi.</a:t>
            </a:r>
            <a:r>
              <a:rPr sz="900" spc="-359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framework;</a:t>
            </a:r>
            <a:r>
              <a:rPr sz="900" spc="-179" dirty="0" smtClean="0">
                <a:latin typeface="Courier New"/>
                <a:cs typeface="Courier New"/>
              </a:rPr>
              <a:t> </a:t>
            </a:r>
            <a:r>
              <a:rPr sz="900" i="1" spc="0" dirty="0" smtClean="0">
                <a:solidFill>
                  <a:srgbClr val="7E7E01"/>
                </a:solidFill>
                <a:latin typeface="Times New Roman"/>
                <a:cs typeface="Times New Roman"/>
              </a:rPr>
              <a:t>ve.rsi   </a:t>
            </a:r>
            <a:r>
              <a:rPr sz="900" i="1" spc="7" dirty="0" smtClean="0">
                <a:solidFill>
                  <a:srgbClr val="7E7E01"/>
                </a:solidFill>
                <a:latin typeface="Times New Roman"/>
                <a:cs typeface="Times New Roman"/>
              </a:rPr>
              <a:t> </a:t>
            </a:r>
            <a:r>
              <a:rPr sz="900" i="1" spc="0" dirty="0" smtClean="0">
                <a:solidFill>
                  <a:srgbClr val="7E7E01"/>
                </a:solidFill>
                <a:latin typeface="Times New Roman"/>
                <a:cs typeface="Times New Roman"/>
              </a:rPr>
              <a:t>on</a:t>
            </a:r>
            <a:r>
              <a:rPr sz="900" i="1" spc="0" dirty="0" smtClean="0">
                <a:latin typeface="Times New Roman"/>
                <a:cs typeface="Times New Roman"/>
              </a:rPr>
              <a:t>="</a:t>
            </a:r>
            <a:r>
              <a:rPr sz="900" i="1" spc="193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1.</a:t>
            </a:r>
            <a:r>
              <a:rPr sz="900" spc="-250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3</a:t>
            </a:r>
            <a:r>
              <a:rPr sz="900" spc="-37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.</a:t>
            </a:r>
            <a:r>
              <a:rPr sz="900" spc="-329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0"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95825"/>
              </a:lnSpc>
              <a:spcBef>
                <a:spcPts val="75"/>
              </a:spcBef>
            </a:pPr>
            <a:r>
              <a:rPr sz="900" dirty="0" smtClean="0">
                <a:solidFill>
                  <a:srgbClr val="7E0000"/>
                </a:solidFill>
                <a:latin typeface="Courier New"/>
                <a:cs typeface="Courier New"/>
              </a:rPr>
              <a:t>Require-Buncl1e</a:t>
            </a:r>
            <a:r>
              <a:rPr sz="900" dirty="0" smtClean="0">
                <a:latin typeface="Courier New"/>
                <a:cs typeface="Courier New"/>
              </a:rPr>
              <a:t>:</a:t>
            </a:r>
            <a:r>
              <a:rPr sz="900" spc="179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sample</a:t>
            </a:r>
            <a:r>
              <a:rPr sz="900" spc="179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service</a:t>
            </a:r>
            <a:r>
              <a:rPr sz="900" spc="214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bundle;</a:t>
            </a:r>
            <a:r>
              <a:rPr sz="900" spc="-289" dirty="0" smtClean="0">
                <a:latin typeface="Courier New"/>
                <a:cs typeface="Courier New"/>
              </a:rPr>
              <a:t> </a:t>
            </a:r>
            <a:r>
              <a:rPr sz="900" i="1" spc="0" dirty="0" smtClean="0">
                <a:solidFill>
                  <a:srgbClr val="7E7E01"/>
                </a:solidFill>
                <a:latin typeface="Times New Roman"/>
                <a:cs typeface="Times New Roman"/>
              </a:rPr>
              <a:t>bundl  </a:t>
            </a:r>
            <a:r>
              <a:rPr sz="900" i="1" spc="224" dirty="0" smtClean="0">
                <a:solidFill>
                  <a:srgbClr val="7E7E01"/>
                </a:solidFill>
                <a:latin typeface="Times New Roman"/>
                <a:cs typeface="Times New Roman"/>
              </a:rPr>
              <a:t> </a:t>
            </a:r>
            <a:r>
              <a:rPr sz="900" i="1" spc="0" dirty="0" smtClean="0">
                <a:solidFill>
                  <a:srgbClr val="7E7E01"/>
                </a:solidFill>
                <a:latin typeface="Times New Roman"/>
                <a:cs typeface="Times New Roman"/>
              </a:rPr>
              <a:t>e-ve.rsi    </a:t>
            </a:r>
            <a:r>
              <a:rPr sz="900" i="1" spc="162" dirty="0" smtClean="0">
                <a:solidFill>
                  <a:srgbClr val="7E7E01"/>
                </a:solidFill>
                <a:latin typeface="Times New Roman"/>
                <a:cs typeface="Times New Roman"/>
              </a:rPr>
              <a:t> </a:t>
            </a:r>
            <a:r>
              <a:rPr sz="900" i="1" spc="0" dirty="0" smtClean="0">
                <a:solidFill>
                  <a:srgbClr val="7E7E01"/>
                </a:solidFill>
                <a:latin typeface="Times New Roman"/>
                <a:cs typeface="Times New Roman"/>
              </a:rPr>
              <a:t>on</a:t>
            </a:r>
            <a:r>
              <a:rPr sz="900" i="1" spc="0" dirty="0" smtClean="0">
                <a:latin typeface="Times New Roman"/>
                <a:cs typeface="Times New Roman"/>
              </a:rPr>
              <a:t>="</a:t>
            </a:r>
            <a:r>
              <a:rPr sz="900" i="1" spc="-122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1.</a:t>
            </a:r>
            <a:r>
              <a:rPr sz="900" spc="-279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0.</a:t>
            </a:r>
            <a:r>
              <a:rPr sz="900" spc="-250" dirty="0" smtClean="0">
                <a:latin typeface="Courier New"/>
                <a:cs typeface="Courier New"/>
              </a:rPr>
              <a:t> </a:t>
            </a:r>
            <a:r>
              <a:rPr sz="900" spc="0" dirty="0" smtClean="0">
                <a:latin typeface="Courier New"/>
                <a:cs typeface="Courier New"/>
              </a:rPr>
              <a:t>0"</a:t>
            </a:r>
            <a:endParaRPr sz="900" dirty="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9908" y="3537660"/>
            <a:ext cx="1740360" cy="165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baseline="5350" dirty="0" smtClean="0">
                <a:solidFill>
                  <a:srgbClr val="7E0000"/>
                </a:solidFill>
                <a:latin typeface="Courier New"/>
                <a:cs typeface="Courier New"/>
              </a:rPr>
              <a:t>Bundle-SymbolicHame</a:t>
            </a:r>
            <a:r>
              <a:rPr sz="1650" baseline="5350" dirty="0" smtClean="0"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09292" y="3537660"/>
            <a:ext cx="1273270" cy="165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spc="0" baseline="5350" dirty="0" smtClean="0">
                <a:latin typeface="Courier New"/>
                <a:cs typeface="Courier New"/>
              </a:rPr>
              <a:t>sample</a:t>
            </a:r>
            <a:r>
              <a:rPr sz="1650" spc="420" baseline="5350" dirty="0" smtClean="0">
                <a:latin typeface="Courier New"/>
                <a:cs typeface="Courier New"/>
              </a:rPr>
              <a:t> </a:t>
            </a:r>
            <a:r>
              <a:rPr sz="1650" spc="0" baseline="5350" dirty="0" smtClean="0">
                <a:latin typeface="Courier New"/>
                <a:cs typeface="Courier New"/>
              </a:rPr>
              <a:t>service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71748" y="3537660"/>
            <a:ext cx="549356" cy="165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spc="0" baseline="5350" dirty="0" smtClean="0">
                <a:latin typeface="Courier New"/>
                <a:cs typeface="Courier New"/>
              </a:rPr>
              <a:t>bundle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908" y="3734256"/>
            <a:ext cx="1312040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baseline="5350" dirty="0" smtClean="0">
                <a:solidFill>
                  <a:srgbClr val="7E0000"/>
                </a:solidFill>
                <a:latin typeface="Courier New"/>
                <a:cs typeface="Courier New"/>
              </a:rPr>
              <a:t>Bundle-Version</a:t>
            </a:r>
            <a:r>
              <a:rPr sz="1650" baseline="5350" dirty="0" smtClean="0"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0380" y="3734256"/>
            <a:ext cx="1303859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spc="0" baseline="5350" dirty="0" smtClean="0">
                <a:latin typeface="Courier New"/>
                <a:cs typeface="Courier New"/>
              </a:rPr>
              <a:t>1.0.0.qualifier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9908" y="3926280"/>
            <a:ext cx="3146022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baseline="5350" dirty="0" smtClean="0">
                <a:solidFill>
                  <a:srgbClr val="7E0000"/>
                </a:solidFill>
                <a:latin typeface="Courier New"/>
                <a:cs typeface="Courier New"/>
              </a:rPr>
              <a:t>Bundle-Requ.iredExecutionEnviromnen</a:t>
            </a:r>
            <a:r>
              <a:rPr sz="1650" spc="-4" baseline="5350" dirty="0" smtClean="0">
                <a:solidFill>
                  <a:srgbClr val="7E0000"/>
                </a:solidFill>
                <a:latin typeface="Courier New"/>
                <a:cs typeface="Courier New"/>
              </a:rPr>
              <a:t>t</a:t>
            </a:r>
            <a:r>
              <a:rPr sz="1650" spc="0" baseline="5350" dirty="0" smtClean="0"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72332" y="3926280"/>
            <a:ext cx="884691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spc="0" baseline="5350" dirty="0" smtClean="0">
                <a:latin typeface="Courier New"/>
                <a:cs typeface="Courier New"/>
              </a:rPr>
              <a:t>JavaSE-1.6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908" y="4122876"/>
            <a:ext cx="1300305" cy="2476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baseline="5350" dirty="0" smtClean="0">
                <a:solidFill>
                  <a:srgbClr val="7E0000"/>
                </a:solidFill>
                <a:latin typeface="Courier New"/>
                <a:cs typeface="Courier New"/>
              </a:rPr>
              <a:t>Export-Package</a:t>
            </a:r>
            <a:r>
              <a:rPr sz="1650" baseline="5350" dirty="0" smtClean="0"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  <a:p>
            <a:pPr marL="12700" marR="20955">
              <a:lnSpc>
                <a:spcPts val="625"/>
              </a:lnSpc>
            </a:pPr>
            <a:r>
              <a:rPr sz="600" spc="0" dirty="0" smtClean="0">
                <a:solidFill>
                  <a:srgbClr val="150B00"/>
                </a:solidFill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2092" y="4122876"/>
            <a:ext cx="2142196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spc="0" baseline="5350" dirty="0" smtClean="0">
                <a:latin typeface="Courier New"/>
                <a:cs typeface="Courier New"/>
              </a:rPr>
              <a:t>com.test.service.contract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4394" y="4459938"/>
            <a:ext cx="752195" cy="397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2860">
              <a:lnSpc>
                <a:spcPts val="1325"/>
              </a:lnSpc>
              <a:spcBef>
                <a:spcPts val="66"/>
              </a:spcBef>
            </a:pP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x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port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278"/>
              </a:spcBef>
            </a:pP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ack</a:t>
            </a:r>
            <a:r>
              <a:rPr sz="1200" b="1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ges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5029" y="4459938"/>
            <a:ext cx="709523" cy="397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Requir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  <a:p>
            <a:pPr marL="12700" marR="22860">
              <a:lnSpc>
                <a:spcPct val="95825"/>
              </a:lnSpc>
              <a:spcBef>
                <a:spcPts val="278"/>
              </a:spcBef>
            </a:pP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Bu</a:t>
            </a:r>
            <a:r>
              <a:rPr sz="1200" b="1" spc="-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dle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41775" y="4536138"/>
            <a:ext cx="752195" cy="397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2860">
              <a:lnSpc>
                <a:spcPts val="1325"/>
              </a:lnSpc>
              <a:spcBef>
                <a:spcPts val="66"/>
              </a:spcBef>
            </a:pP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Import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278"/>
              </a:spcBef>
            </a:pP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ack</a:t>
            </a:r>
            <a:r>
              <a:rPr sz="1200" b="1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ges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6794" y="5041477"/>
            <a:ext cx="7127102" cy="14551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2003">
              <a:lnSpc>
                <a:spcPts val="1810"/>
              </a:lnSpc>
              <a:spcBef>
                <a:spcPts val="90"/>
              </a:spcBef>
            </a:pPr>
            <a:r>
              <a:rPr sz="16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4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OSGi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ra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ork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i="1" spc="0" dirty="0" smtClean="0">
                <a:solidFill>
                  <a:srgbClr val="2E5E5E"/>
                </a:solidFill>
                <a:latin typeface="Arial"/>
                <a:cs typeface="Arial"/>
              </a:rPr>
              <a:t>re</a:t>
            </a:r>
            <a:r>
              <a:rPr sz="1400" i="1" spc="4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400" i="1" spc="0" dirty="0" smtClean="0">
                <a:solidFill>
                  <a:srgbClr val="2E5E5E"/>
                </a:solidFill>
                <a:latin typeface="Arial"/>
                <a:cs typeface="Arial"/>
              </a:rPr>
              <a:t>ol</a:t>
            </a:r>
            <a:r>
              <a:rPr sz="1400" i="1" spc="4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400" i="1" spc="0" dirty="0" smtClean="0">
                <a:solidFill>
                  <a:srgbClr val="2E5E5E"/>
                </a:solidFill>
                <a:latin typeface="Arial"/>
                <a:cs typeface="Arial"/>
              </a:rPr>
              <a:t>es</a:t>
            </a:r>
            <a:r>
              <a:rPr sz="1400" i="1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4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depend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ies</a:t>
            </a:r>
            <a:r>
              <a:rPr sz="1400" spc="-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and</a:t>
            </a:r>
            <a:r>
              <a:rPr sz="14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ires bundles</a:t>
            </a:r>
            <a:r>
              <a:rPr sz="1400" spc="-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ogether</a:t>
            </a:r>
            <a:r>
              <a:rPr sz="1400" spc="-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at</a:t>
            </a:r>
            <a:r>
              <a:rPr sz="14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run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e.</a:t>
            </a:r>
            <a:endParaRPr sz="1400">
              <a:latin typeface="Arial"/>
              <a:cs typeface="Arial"/>
            </a:endParaRPr>
          </a:p>
          <a:p>
            <a:pPr marL="12700" marR="32003">
              <a:lnSpc>
                <a:spcPct val="95825"/>
              </a:lnSpc>
              <a:spcBef>
                <a:spcPts val="24"/>
              </a:spcBef>
            </a:pPr>
            <a:r>
              <a:rPr sz="16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odulari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4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in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an</a:t>
            </a:r>
            <a:r>
              <a:rPr sz="14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OSGi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st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em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is en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or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ed</a:t>
            </a:r>
            <a:r>
              <a:rPr sz="1400" spc="-3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hrough</a:t>
            </a:r>
            <a:r>
              <a:rPr sz="1400" spc="-3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binat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400" spc="-1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400" spc="-3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of</a:t>
            </a:r>
            <a:r>
              <a:rPr sz="14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ires</a:t>
            </a:r>
            <a:r>
              <a:rPr sz="14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and</a:t>
            </a:r>
            <a:r>
              <a:rPr sz="14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st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anda</a:t>
            </a:r>
            <a:r>
              <a:rPr sz="1400" spc="-14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  <a:p>
            <a:pPr marL="12700" marR="32003">
              <a:lnSpc>
                <a:spcPts val="1460"/>
              </a:lnSpc>
              <a:spcBef>
                <a:spcPts val="73"/>
              </a:spcBef>
            </a:pP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J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language</a:t>
            </a:r>
            <a:r>
              <a:rPr sz="14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ibili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4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rule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marL="12700" marR="32003">
              <a:lnSpc>
                <a:spcPct val="95825"/>
              </a:lnSpc>
              <a:spcBef>
                <a:spcPts val="102"/>
              </a:spcBef>
            </a:pPr>
            <a:r>
              <a:rPr sz="16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400" spc="-16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o 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an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ge</a:t>
            </a:r>
            <a:r>
              <a:rPr sz="14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his,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4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ra</a:t>
            </a:r>
            <a:r>
              <a:rPr sz="1400" spc="-9" dirty="0" smtClean="0">
                <a:solidFill>
                  <a:srgbClr val="2E5E5E"/>
                </a:solidFill>
                <a:latin typeface="Arial"/>
                <a:cs typeface="Arial"/>
              </a:rPr>
              <a:t>m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ork</a:t>
            </a:r>
            <a:r>
              <a:rPr sz="1400" spc="-25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gi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es</a:t>
            </a:r>
            <a:r>
              <a:rPr sz="14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each</a:t>
            </a:r>
            <a:r>
              <a:rPr sz="14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bu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dle</a:t>
            </a:r>
            <a:r>
              <a:rPr sz="1400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4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n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lass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loa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400" spc="-75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marL="12700" marR="32003">
              <a:lnSpc>
                <a:spcPct val="95825"/>
              </a:lnSpc>
              <a:spcBef>
                <a:spcPts val="114"/>
              </a:spcBef>
            </a:pPr>
            <a:r>
              <a:rPr sz="16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his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k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eeps</a:t>
            </a:r>
            <a:r>
              <a:rPr sz="1400" spc="-25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epara</a:t>
            </a:r>
            <a:r>
              <a:rPr sz="1400" spc="-9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400" spc="-3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4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la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ss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es</a:t>
            </a:r>
            <a:r>
              <a:rPr sz="1400" spc="-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rom</a:t>
            </a:r>
            <a:r>
              <a:rPr sz="1400" spc="-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4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di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f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ere</a:t>
            </a:r>
            <a:r>
              <a:rPr sz="1400" spc="-1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-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bundles.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14"/>
              </a:spcBef>
            </a:pPr>
            <a:r>
              <a:rPr sz="16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400" spc="14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hen</a:t>
            </a:r>
            <a:r>
              <a:rPr sz="1400" spc="-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4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bundle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is</a:t>
            </a:r>
            <a:r>
              <a:rPr sz="14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unin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st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alled</a:t>
            </a:r>
            <a:r>
              <a:rPr sz="1400" spc="-3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or</a:t>
            </a:r>
            <a:r>
              <a:rPr sz="14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updated,</a:t>
            </a:r>
            <a:r>
              <a:rPr sz="1400" spc="-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4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la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400" spc="-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loade</a:t>
            </a:r>
            <a:r>
              <a:rPr sz="1400" spc="-75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400" spc="-25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and</a:t>
            </a:r>
            <a:r>
              <a:rPr sz="14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all 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la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ss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es</a:t>
            </a:r>
            <a:r>
              <a:rPr sz="1400" spc="-4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loaded</a:t>
            </a:r>
            <a:r>
              <a:rPr sz="1400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by</a:t>
            </a:r>
            <a:r>
              <a:rPr sz="14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4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4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400" spc="0" dirty="0" smtClean="0">
                <a:solidFill>
                  <a:srgbClr val="2E5E5E"/>
                </a:solidFill>
                <a:latin typeface="Arial"/>
                <a:cs typeface="Arial"/>
              </a:rPr>
              <a:t>are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smtClean="0"/>
              <a:t>OSGI framework Module</a:t>
            </a:r>
            <a:endParaRPr lang="de-DE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6807199"/>
            <a:ext cx="9143999" cy="0"/>
          </a:xfrm>
          <a:custGeom>
            <a:avLst/>
            <a:gdLst/>
            <a:ahLst/>
            <a:cxnLst/>
            <a:rect l="l" t="t" r="r" b="b"/>
            <a:pathLst>
              <a:path w="9143999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01600">
            <a:solidFill>
              <a:srgbClr val="D1262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69644" y="954623"/>
            <a:ext cx="898423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Ecl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9644" y="1613372"/>
            <a:ext cx="785037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NASA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9644" y="2271740"/>
            <a:ext cx="7457414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2150" spc="-129" dirty="0" smtClean="0">
                <a:solidFill>
                  <a:srgbClr val="DB231C"/>
                </a:solidFill>
                <a:latin typeface="Arial"/>
                <a:cs typeface="Arial"/>
              </a:rPr>
              <a:t> 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he</a:t>
            </a:r>
            <a:r>
              <a:rPr sz="1800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ly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rvice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ri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nt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8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Arch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tecture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rd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for em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stems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9644" y="2930362"/>
            <a:ext cx="6103696" cy="8671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ri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mic</a:t>
            </a:r>
            <a:r>
              <a:rPr sz="1800" spc="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rver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is b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sed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on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OS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s,</a:t>
            </a:r>
            <a:endParaRPr sz="1800">
              <a:latin typeface="Arial"/>
              <a:cs typeface="Arial"/>
            </a:endParaRPr>
          </a:p>
          <a:p>
            <a:pPr marL="12700" marR="41148">
              <a:lnSpc>
                <a:spcPts val="1870"/>
              </a:lnSpc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ter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rise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le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os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tory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acc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ssi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le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at</a:t>
            </a:r>
            <a:endParaRPr sz="1800">
              <a:latin typeface="Arial"/>
              <a:cs typeface="Arial"/>
            </a:endParaRPr>
          </a:p>
          <a:p>
            <a:pPr marL="927049" marR="41148">
              <a:lnSpc>
                <a:spcPct val="95825"/>
              </a:lnSpc>
              <a:spcBef>
                <a:spcPts val="428"/>
              </a:spcBef>
            </a:pPr>
            <a:r>
              <a:rPr sz="1800" b="1" u="heavy" spc="0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ht</a:t>
            </a:r>
            <a:r>
              <a:rPr sz="1800" b="1" u="heavy" spc="4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t</a:t>
            </a:r>
            <a:r>
              <a:rPr sz="1800" b="1" u="heavy" spc="0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p:</a:t>
            </a:r>
            <a:r>
              <a:rPr sz="1800" b="1" u="heavy" spc="4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/</a:t>
            </a:r>
            <a:r>
              <a:rPr sz="1800" b="1" u="heavy" spc="-9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/</a:t>
            </a:r>
            <a:r>
              <a:rPr sz="1800" b="1" u="heavy" spc="14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ww</a:t>
            </a:r>
            <a:r>
              <a:rPr sz="1800" b="1" u="heavy" spc="-69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w</a:t>
            </a:r>
            <a:r>
              <a:rPr sz="1800" b="1" u="heavy" spc="0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.spri</a:t>
            </a:r>
            <a:r>
              <a:rPr sz="1800" b="1" u="heavy" spc="-4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n</a:t>
            </a:r>
            <a:r>
              <a:rPr sz="1800" b="1" u="heavy" spc="0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gso</a:t>
            </a:r>
            <a:r>
              <a:rPr sz="1800" b="1" u="heavy" spc="4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u</a:t>
            </a:r>
            <a:r>
              <a:rPr sz="1800" b="1" u="heavy" spc="0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r</a:t>
            </a:r>
            <a:r>
              <a:rPr sz="1800" b="1" u="heavy" spc="-9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c</a:t>
            </a:r>
            <a:r>
              <a:rPr sz="1800" b="1" u="heavy" spc="0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e.</a:t>
            </a:r>
            <a:r>
              <a:rPr sz="1800" b="1" u="heavy" spc="-4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c</a:t>
            </a:r>
            <a:r>
              <a:rPr sz="1800" b="1" u="heavy" spc="0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om/r</a:t>
            </a:r>
            <a:r>
              <a:rPr sz="1800" b="1" u="heavy" spc="-4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e</a:t>
            </a:r>
            <a:r>
              <a:rPr sz="1800" b="1" u="heavy" spc="0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p</a:t>
            </a:r>
            <a:r>
              <a:rPr sz="1800" b="1" u="heavy" spc="4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o</a:t>
            </a:r>
            <a:r>
              <a:rPr sz="1800" b="1" u="heavy" spc="0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sitor</a:t>
            </a:r>
            <a:r>
              <a:rPr sz="1800" b="1" u="heavy" spc="-19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y</a:t>
            </a:r>
            <a:r>
              <a:rPr sz="1800" b="1" u="heavy" spc="0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/ap</a:t>
            </a:r>
            <a:r>
              <a:rPr sz="1800" b="1" u="heavy" spc="4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p</a:t>
            </a:r>
            <a:r>
              <a:rPr sz="1800" b="1" u="heavy" spc="0" dirty="0" smtClean="0">
                <a:solidFill>
                  <a:srgbClr val="0000E4"/>
                </a:solidFill>
                <a:latin typeface="Arial"/>
                <a:cs typeface="Arial"/>
                <a:hlinkClick r:id="rId2"/>
              </a:rPr>
              <a:t>/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74001" y="2967410"/>
            <a:ext cx="439851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17713" y="2967410"/>
            <a:ext cx="92082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rov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644" y="4165056"/>
            <a:ext cx="3132074" cy="2997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ac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-5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usc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ny SOA</a:t>
            </a:r>
            <a:r>
              <a:rPr sz="1800" spc="-100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pr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j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644" y="4823424"/>
            <a:ext cx="912139" cy="2997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JBOSS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644" y="5482148"/>
            <a:ext cx="5540959" cy="2997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IBM </a:t>
            </a:r>
            <a:r>
              <a:rPr sz="1800" spc="-29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re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re</a:t>
            </a:r>
            <a:r>
              <a:rPr sz="1800" spc="-44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ork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5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as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OS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ic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6807199"/>
            <a:ext cx="9131299" cy="0"/>
          </a:xfrm>
          <a:custGeom>
            <a:avLst/>
            <a:gdLst/>
            <a:ahLst/>
            <a:cxnLst/>
            <a:rect l="l" t="t" r="r" b="b"/>
            <a:pathLst>
              <a:path w="9131299">
                <a:moveTo>
                  <a:pt x="0" y="0"/>
                </a:moveTo>
                <a:lnTo>
                  <a:pt x="9131299" y="0"/>
                </a:lnTo>
              </a:path>
            </a:pathLst>
          </a:custGeom>
          <a:ln w="101600">
            <a:solidFill>
              <a:srgbClr val="D1262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793740" y="248939"/>
            <a:ext cx="280888" cy="368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60"/>
              </a:lnSpc>
              <a:spcBef>
                <a:spcPts val="143"/>
              </a:spcBef>
            </a:pPr>
            <a:r>
              <a:rPr sz="2700" i="1" spc="0" dirty="0" smtClean="0">
                <a:solidFill>
                  <a:srgbClr val="BFB6B5"/>
                </a:solidFill>
                <a:latin typeface="Arial"/>
                <a:cs typeface="Arial"/>
              </a:rPr>
              <a:t>?</a:t>
            </a:r>
            <a:endParaRPr sz="2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1377660"/>
            <a:ext cx="6448475" cy="5379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2150" spc="-89" dirty="0" smtClean="0">
                <a:solidFill>
                  <a:srgbClr val="DB231C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very cl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an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 is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ted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-l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mec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isms.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One class</a:t>
            </a:r>
            <a:endParaRPr sz="1800">
              <a:latin typeface="Arial"/>
              <a:cs typeface="Arial"/>
            </a:endParaRPr>
          </a:p>
          <a:p>
            <a:pPr marL="12700" marR="41148">
              <a:lnSpc>
                <a:spcPts val="1870"/>
              </a:lnSpc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vers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on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 class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82561" y="1414708"/>
            <a:ext cx="1074445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me 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2283297"/>
            <a:ext cx="2457246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2150" spc="-89" dirty="0" smtClean="0">
                <a:solidFill>
                  <a:srgbClr val="DB231C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or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2941665"/>
            <a:ext cx="1213662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3600287"/>
            <a:ext cx="2815081" cy="5379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OS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tec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gy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pr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vi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  <a:p>
            <a:pPr marL="12700" marR="41148">
              <a:lnSpc>
                <a:spcPts val="1870"/>
              </a:lnSpc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for Java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9167" y="3637335"/>
            <a:ext cx="361195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 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rov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serv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-or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te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,</a:t>
            </a:r>
            <a:r>
              <a:rPr sz="1800" spc="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-29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69328" y="3637335"/>
            <a:ext cx="806983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82915" y="3637335"/>
            <a:ext cx="78069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800" spc="-25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stem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505924"/>
            <a:ext cx="6205829" cy="2997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2150" spc="-89" dirty="0" smtClean="0">
                <a:solidFill>
                  <a:srgbClr val="DB231C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st,</a:t>
            </a:r>
            <a:r>
              <a:rPr sz="1800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mature a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siste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serv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ce 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ramm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ng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5164292"/>
            <a:ext cx="6355562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2150" spc="-89" dirty="0" smtClean="0">
                <a:solidFill>
                  <a:srgbClr val="DB231C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Mo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ar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14" dirty="0" smtClean="0">
                <a:solidFill>
                  <a:srgbClr val="2E5E5E"/>
                </a:solidFill>
                <a:latin typeface="Arial"/>
                <a:cs typeface="Arial"/>
              </a:rPr>
              <a:t>x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ec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tion</a:t>
            </a:r>
            <a:r>
              <a:rPr sz="1800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vir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o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nm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nt</a:t>
            </a:r>
            <a:r>
              <a:rPr sz="1800" spc="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for servic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 a</a:t>
            </a:r>
            <a:r>
              <a:rPr sz="1800" spc="-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800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p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ic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tio</a:t>
            </a:r>
            <a:r>
              <a:rPr sz="1800" spc="-9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smtClean="0"/>
              <a:t>Why use osgi</a:t>
            </a:r>
            <a:endParaRPr lang="de-DE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2420112" y="108272"/>
            <a:ext cx="612648" cy="8458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980176" y="121920"/>
            <a:ext cx="608076" cy="8458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5940" y="1185805"/>
            <a:ext cx="94894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2488"/>
              </a:lnSpc>
              <a:spcBef>
                <a:spcPts val="20"/>
              </a:spcBef>
            </a:pPr>
            <a:r>
              <a:rPr sz="900" spc="0" dirty="0" smtClean="0">
                <a:latin typeface="Wingdings"/>
                <a:cs typeface="Wingdings"/>
              </a:rPr>
              <a:t>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3172" y="1191466"/>
            <a:ext cx="7740571" cy="54185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325"/>
              </a:lnSpc>
              <a:spcBef>
                <a:spcPts val="66"/>
              </a:spcBef>
            </a:pP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Log</a:t>
            </a:r>
            <a:r>
              <a:rPr sz="1200" b="1" spc="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b="1" spc="-1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e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–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lo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gg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ing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in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on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,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w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rnin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s,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deb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in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rs 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hand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u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Lo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  <a:p>
            <a:pPr marL="12700" marR="709015">
              <a:lnSpc>
                <a:spcPct val="100041"/>
              </a:lnSpc>
            </a:pP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ice.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I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rec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log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tries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isp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tries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bund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ub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scr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be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to 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 in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2700" marR="124993">
              <a:lnSpc>
                <a:spcPct val="100041"/>
              </a:lnSpc>
              <a:spcBef>
                <a:spcPts val="580"/>
              </a:spcBef>
            </a:pP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Co</a:t>
            </a:r>
            <a:r>
              <a:rPr sz="1200" b="1" spc="-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figuration</a:t>
            </a:r>
            <a:r>
              <a:rPr sz="1200" b="1" spc="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b="1" spc="-39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dmin</a:t>
            </a:r>
            <a:r>
              <a:rPr sz="1200" b="1" spc="4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b="1" spc="-1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–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 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ice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ro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id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le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x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ible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nam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mode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3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to 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on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 in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2700" marR="677341">
              <a:lnSpc>
                <a:spcPct val="100041"/>
              </a:lnSpc>
              <a:spcBef>
                <a:spcPts val="649"/>
              </a:spcBef>
            </a:pP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De</a:t>
            </a:r>
            <a:r>
              <a:rPr sz="1200" b="1" spc="-14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b="1" spc="-39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cces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b="1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b="1" spc="-1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e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–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De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Acc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ss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 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 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Gi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me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ism</a:t>
            </a:r>
            <a:r>
              <a:rPr sz="1200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to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tch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 to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ne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w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de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om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tic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do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w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bund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le</a:t>
            </a:r>
            <a:r>
              <a:rPr sz="1200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le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en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r. 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Plug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Play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ena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s.</a:t>
            </a:r>
            <a:endParaRPr sz="1200">
              <a:latin typeface="Arial"/>
              <a:cs typeface="Arial"/>
            </a:endParaRPr>
          </a:p>
          <a:p>
            <a:pPr marL="12700" marR="140233">
              <a:lnSpc>
                <a:spcPct val="100041"/>
              </a:lnSpc>
              <a:spcBef>
                <a:spcPts val="577"/>
              </a:spcBef>
            </a:pP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Us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b="1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b="1" spc="-39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dmin</a:t>
            </a:r>
            <a:r>
              <a:rPr sz="1200" b="1" spc="4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b="1" spc="-1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– 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ice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aba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se</a:t>
            </a:r>
            <a:r>
              <a:rPr sz="1200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w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ith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in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(pr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te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pub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c)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tic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z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rp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41"/>
              </a:lnSpc>
              <a:spcBef>
                <a:spcPts val="579"/>
              </a:spcBef>
            </a:pP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IO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Con</a:t>
            </a:r>
            <a:r>
              <a:rPr sz="1200" b="1" spc="-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ec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b="1" spc="-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r 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Se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b="1" spc="-1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–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IO</a:t>
            </a:r>
            <a:r>
              <a:rPr sz="1200" spc="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nn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3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le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ts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C/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CLDC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ja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x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.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oed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iti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.io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ck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 a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ice.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ice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w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bund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to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ro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ide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w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rn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rot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3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heme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s.</a:t>
            </a:r>
            <a:endParaRPr sz="1200">
              <a:latin typeface="Arial"/>
              <a:cs typeface="Arial"/>
            </a:endParaRPr>
          </a:p>
          <a:p>
            <a:pPr marL="12700" marR="13586">
              <a:lnSpc>
                <a:spcPct val="95825"/>
              </a:lnSpc>
              <a:spcBef>
                <a:spcPts val="577"/>
              </a:spcBef>
            </a:pP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Pr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fer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b="1" spc="-9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b="1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b="1" spc="-1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–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 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ice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ro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id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ss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to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ierarc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ical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b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se</a:t>
            </a:r>
            <a:r>
              <a:rPr sz="1200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rti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s,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25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th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  <a:p>
            <a:pPr marL="12700" marR="13586">
              <a:lnSpc>
                <a:spcPct val="95825"/>
              </a:lnSpc>
              <a:spcBef>
                <a:spcPts val="60"/>
              </a:spcBef>
            </a:pPr>
            <a:r>
              <a:rPr sz="1200" spc="39" dirty="0" smtClean="0">
                <a:solidFill>
                  <a:srgbClr val="959595"/>
                </a:solidFill>
                <a:latin typeface="Arial"/>
                <a:cs typeface="Arial"/>
              </a:rPr>
              <a:t>W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do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w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istry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 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J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re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class.</a:t>
            </a:r>
            <a:endParaRPr sz="1200">
              <a:latin typeface="Arial"/>
              <a:cs typeface="Arial"/>
            </a:endParaRPr>
          </a:p>
          <a:p>
            <a:pPr marL="12700" marR="86918">
              <a:lnSpc>
                <a:spcPct val="100137"/>
              </a:lnSpc>
              <a:spcBef>
                <a:spcPts val="636"/>
              </a:spcBef>
            </a:pP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Com</a:t>
            </a:r>
            <a:r>
              <a:rPr sz="1200" b="1" spc="-4" dirty="0" smtClean="0">
                <a:solidFill>
                  <a:srgbClr val="959595"/>
                </a:solidFill>
                <a:latin typeface="Arial"/>
                <a:cs typeface="Arial"/>
              </a:rPr>
              <a:t>p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onent</a:t>
            </a:r>
            <a:r>
              <a:rPr sz="1200" b="1" spc="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Ru</a:t>
            </a:r>
            <a:r>
              <a:rPr sz="1200" b="1" spc="-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time</a:t>
            </a:r>
            <a:r>
              <a:rPr sz="1200" b="1" spc="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–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 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nam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re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ices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-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-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om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-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-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k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w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g 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w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re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rd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r.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Co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po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nen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Ru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ci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han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nam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cts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b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y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ro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idi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g an 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X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b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sed</a:t>
            </a:r>
            <a:r>
              <a:rPr sz="1200" spc="-25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ara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of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p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en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s.</a:t>
            </a:r>
            <a:endParaRPr sz="1200">
              <a:latin typeface="Arial"/>
              <a:cs typeface="Arial"/>
            </a:endParaRPr>
          </a:p>
          <a:p>
            <a:pPr marL="12700" marR="208533">
              <a:lnSpc>
                <a:spcPct val="100041"/>
              </a:lnSpc>
              <a:spcBef>
                <a:spcPts val="575"/>
              </a:spcBef>
            </a:pP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Deplo</a:t>
            </a:r>
            <a:r>
              <a:rPr sz="1200" b="1" spc="-29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nt</a:t>
            </a:r>
            <a:r>
              <a:rPr sz="1200" b="1" spc="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b="1" spc="-39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dmin</a:t>
            </a:r>
            <a:r>
              <a:rPr sz="1200" b="1" spc="5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– 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ry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dep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lo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 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Gi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 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bund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,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w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ich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 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J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R/ZIP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.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 De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lo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dm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in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ro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id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ond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ry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t: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dep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lo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ck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.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De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lo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P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ck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omb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bund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w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ith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rbitrary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res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rces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in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le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b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le</a:t>
            </a:r>
            <a:r>
              <a:rPr sz="1200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b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ins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ta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un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ins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ta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.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omp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he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si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mode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3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res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rce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roc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rs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w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e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x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res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rce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s.</a:t>
            </a:r>
            <a:endParaRPr sz="1200">
              <a:latin typeface="Arial"/>
              <a:cs typeface="Arial"/>
            </a:endParaRPr>
          </a:p>
          <a:p>
            <a:pPr marL="12700" marR="149123">
              <a:lnSpc>
                <a:spcPct val="100041"/>
              </a:lnSpc>
              <a:spcBef>
                <a:spcPts val="577"/>
              </a:spcBef>
            </a:pP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-1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nt</a:t>
            </a:r>
            <a:r>
              <a:rPr sz="1200" b="1" spc="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b="1" spc="-39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dmin</a:t>
            </a:r>
            <a:r>
              <a:rPr sz="1200" b="1" spc="5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–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M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Gi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ts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ha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ci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in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te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s,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king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it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rd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rec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25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ts 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ene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.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dm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in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ro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id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ch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g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ene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c,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29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-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ba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ha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.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ci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cl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u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de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mapp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g</a:t>
            </a:r>
            <a:r>
              <a:rPr sz="1200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ll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x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isting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ra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w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rk</a:t>
            </a:r>
            <a:r>
              <a:rPr sz="12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ice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e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ts.</a:t>
            </a:r>
            <a:endParaRPr sz="1200">
              <a:latin typeface="Arial"/>
              <a:cs typeface="Arial"/>
            </a:endParaRPr>
          </a:p>
          <a:p>
            <a:pPr marL="12700" marR="260629">
              <a:lnSpc>
                <a:spcPct val="100041"/>
              </a:lnSpc>
              <a:spcBef>
                <a:spcPts val="577"/>
              </a:spcBef>
            </a:pPr>
            <a:r>
              <a:rPr sz="1200" b="1" spc="-39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ppli</a:t>
            </a:r>
            <a:r>
              <a:rPr sz="1200" b="1" spc="4" dirty="0" smtClean="0">
                <a:solidFill>
                  <a:srgbClr val="959595"/>
                </a:solidFill>
                <a:latin typeface="Arial"/>
                <a:cs typeface="Arial"/>
              </a:rPr>
              <a:t>ca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tion</a:t>
            </a:r>
            <a:r>
              <a:rPr sz="1200" b="1" spc="4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b="1" spc="-39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b="1" spc="0" dirty="0" smtClean="0">
                <a:solidFill>
                  <a:srgbClr val="959595"/>
                </a:solidFill>
                <a:latin typeface="Arial"/>
                <a:cs typeface="Arial"/>
              </a:rPr>
              <a:t>dmin</a:t>
            </a:r>
            <a:r>
              <a:rPr sz="1200" b="1" spc="5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–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Gi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bund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le</a:t>
            </a:r>
            <a:r>
              <a:rPr sz="1200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mode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3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is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rom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ical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skt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p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mob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phon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app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mode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3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rel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rting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opp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ing</a:t>
            </a:r>
            <a:r>
              <a:rPr sz="1200" spc="-3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app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on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s.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9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h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dm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in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rescr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be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ch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 t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ra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itio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app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-3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mode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r>
              <a:rPr sz="1200" spc="-3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an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its re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q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12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mana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gem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-4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t</a:t>
            </a:r>
            <a:r>
              <a:rPr sz="12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in</a:t>
            </a:r>
            <a:r>
              <a:rPr sz="1200" spc="14" dirty="0" smtClean="0">
                <a:solidFill>
                  <a:srgbClr val="959595"/>
                </a:solidFill>
                <a:latin typeface="Arial"/>
                <a:cs typeface="Arial"/>
              </a:rPr>
              <a:t>f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rastruct</a:t>
            </a:r>
            <a:r>
              <a:rPr sz="1200" spc="4" dirty="0" smtClean="0">
                <a:solidFill>
                  <a:srgbClr val="959595"/>
                </a:solidFill>
                <a:latin typeface="Arial"/>
                <a:cs typeface="Arial"/>
              </a:rPr>
              <a:t>u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1200" spc="-9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1200" spc="0" dirty="0" smtClean="0">
                <a:solidFill>
                  <a:srgbClr val="959595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1807597"/>
            <a:ext cx="94894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2488"/>
              </a:lnSpc>
              <a:spcBef>
                <a:spcPts val="20"/>
              </a:spcBef>
            </a:pPr>
            <a:r>
              <a:rPr sz="900" spc="0" dirty="0" smtClean="0">
                <a:latin typeface="Wingdings"/>
                <a:cs typeface="Wingdings"/>
              </a:rPr>
              <a:t>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2292610"/>
            <a:ext cx="94894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2488"/>
              </a:lnSpc>
              <a:spcBef>
                <a:spcPts val="20"/>
              </a:spcBef>
            </a:pPr>
            <a:r>
              <a:rPr sz="900" spc="0" dirty="0" smtClean="0">
                <a:latin typeface="Wingdings"/>
                <a:cs typeface="Wingdings"/>
              </a:rPr>
              <a:t>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2731522"/>
            <a:ext cx="94894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2488"/>
              </a:lnSpc>
              <a:spcBef>
                <a:spcPts val="20"/>
              </a:spcBef>
            </a:pPr>
            <a:r>
              <a:rPr sz="900" spc="0" dirty="0" smtClean="0">
                <a:latin typeface="Wingdings"/>
                <a:cs typeface="Wingdings"/>
              </a:rPr>
              <a:t>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170688"/>
            <a:ext cx="94894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2488"/>
              </a:lnSpc>
              <a:spcBef>
                <a:spcPts val="20"/>
              </a:spcBef>
            </a:pPr>
            <a:r>
              <a:rPr sz="900" spc="0" dirty="0" smtClean="0">
                <a:latin typeface="Wingdings"/>
                <a:cs typeface="Wingdings"/>
              </a:rPr>
              <a:t>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609600"/>
            <a:ext cx="94894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2488"/>
              </a:lnSpc>
              <a:spcBef>
                <a:spcPts val="20"/>
              </a:spcBef>
            </a:pPr>
            <a:r>
              <a:rPr sz="900" spc="0" dirty="0" smtClean="0">
                <a:latin typeface="Wingdings"/>
                <a:cs typeface="Wingdings"/>
              </a:rPr>
              <a:t>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048512"/>
            <a:ext cx="94894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2488"/>
              </a:lnSpc>
              <a:spcBef>
                <a:spcPts val="20"/>
              </a:spcBef>
            </a:pPr>
            <a:r>
              <a:rPr sz="900" spc="0" dirty="0" smtClean="0">
                <a:latin typeface="Wingdings"/>
                <a:cs typeface="Wingdings"/>
              </a:rPr>
              <a:t>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670685"/>
            <a:ext cx="94894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2488"/>
              </a:lnSpc>
              <a:spcBef>
                <a:spcPts val="20"/>
              </a:spcBef>
            </a:pPr>
            <a:r>
              <a:rPr sz="900" spc="0" dirty="0" smtClean="0">
                <a:latin typeface="Wingdings"/>
                <a:cs typeface="Wingdings"/>
              </a:rPr>
              <a:t>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5475357"/>
            <a:ext cx="94894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2488"/>
              </a:lnSpc>
              <a:spcBef>
                <a:spcPts val="20"/>
              </a:spcBef>
            </a:pPr>
            <a:r>
              <a:rPr sz="900" spc="0" dirty="0" smtClean="0">
                <a:latin typeface="Wingdings"/>
                <a:cs typeface="Wingdings"/>
              </a:rPr>
              <a:t>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5940" y="6097403"/>
            <a:ext cx="94894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2488"/>
              </a:lnSpc>
              <a:spcBef>
                <a:spcPts val="20"/>
              </a:spcBef>
            </a:pPr>
            <a:r>
              <a:rPr sz="900" spc="0" dirty="0" smtClean="0">
                <a:latin typeface="Wingdings"/>
                <a:cs typeface="Wingdings"/>
              </a:rPr>
              <a:t>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smtClean="0"/>
              <a:t>Why use osgi</a:t>
            </a:r>
            <a:endParaRPr lang="de-DE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38100" y="6794500"/>
            <a:ext cx="9067800" cy="0"/>
          </a:xfrm>
          <a:custGeom>
            <a:avLst/>
            <a:gdLst/>
            <a:ahLst/>
            <a:cxnLst/>
            <a:rect l="l" t="t" r="r" b="b"/>
            <a:pathLst>
              <a:path w="9067800">
                <a:moveTo>
                  <a:pt x="0" y="0"/>
                </a:moveTo>
                <a:lnTo>
                  <a:pt x="9067800" y="0"/>
                </a:lnTo>
              </a:path>
            </a:pathLst>
          </a:custGeom>
          <a:ln w="88900">
            <a:solidFill>
              <a:srgbClr val="D1262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1377660"/>
            <a:ext cx="1129766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2150" spc="-89" dirty="0" smtClean="0">
                <a:solidFill>
                  <a:srgbClr val="DB231C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Eq</a:t>
            </a:r>
            <a:r>
              <a:rPr sz="1800" b="1" spc="4" dirty="0" smtClean="0">
                <a:solidFill>
                  <a:srgbClr val="2E5E5E"/>
                </a:solidFill>
                <a:latin typeface="Arial"/>
                <a:cs typeface="Arial"/>
              </a:rPr>
              <a:t>u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b="1" spc="4" dirty="0" smtClean="0">
                <a:solidFill>
                  <a:srgbClr val="2E5E5E"/>
                </a:solidFill>
                <a:latin typeface="Arial"/>
                <a:cs typeface="Arial"/>
              </a:rPr>
              <a:t>n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ox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036409"/>
            <a:ext cx="684225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Fel</a:t>
            </a:r>
            <a:r>
              <a:rPr sz="1800" b="1" spc="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694777"/>
            <a:ext cx="936370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J</a:t>
            </a:r>
            <a:r>
              <a:rPr sz="1800" b="1" spc="-9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OSS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70406" y="2731825"/>
            <a:ext cx="63210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OS</a:t>
            </a:r>
            <a:r>
              <a:rPr sz="1800" b="1" spc="4" dirty="0" smtClean="0">
                <a:solidFill>
                  <a:srgbClr val="2E5E5E"/>
                </a:solidFill>
                <a:latin typeface="Arial"/>
                <a:cs typeface="Arial"/>
              </a:rPr>
              <a:t>G</a:t>
            </a:r>
            <a:r>
              <a:rPr sz="1800" b="1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object 86"/>
          <p:cNvSpPr/>
          <p:nvPr/>
        </p:nvSpPr>
        <p:spPr>
          <a:xfrm>
            <a:off x="1676400" y="1981225"/>
            <a:ext cx="3657600" cy="286105"/>
          </a:xfrm>
          <a:custGeom>
            <a:avLst/>
            <a:gdLst/>
            <a:ahLst/>
            <a:cxnLst/>
            <a:rect l="l" t="t" r="r" b="b"/>
            <a:pathLst>
              <a:path w="3657600" h="286105">
                <a:moveTo>
                  <a:pt x="0" y="286105"/>
                </a:moveTo>
                <a:lnTo>
                  <a:pt x="3657600" y="286105"/>
                </a:lnTo>
                <a:lnTo>
                  <a:pt x="3657600" y="0"/>
                </a:lnTo>
                <a:lnTo>
                  <a:pt x="0" y="0"/>
                </a:lnTo>
                <a:lnTo>
                  <a:pt x="0" y="286105"/>
                </a:lnTo>
                <a:close/>
              </a:path>
            </a:pathLst>
          </a:custGeom>
          <a:solidFill>
            <a:srgbClr val="664E8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334000" y="1981225"/>
            <a:ext cx="762000" cy="286105"/>
          </a:xfrm>
          <a:custGeom>
            <a:avLst/>
            <a:gdLst/>
            <a:ahLst/>
            <a:cxnLst/>
            <a:rect l="l" t="t" r="r" b="b"/>
            <a:pathLst>
              <a:path w="762000" h="286105">
                <a:moveTo>
                  <a:pt x="0" y="286105"/>
                </a:moveTo>
                <a:lnTo>
                  <a:pt x="762000" y="286105"/>
                </a:lnTo>
                <a:lnTo>
                  <a:pt x="762000" y="0"/>
                </a:lnTo>
                <a:lnTo>
                  <a:pt x="0" y="0"/>
                </a:lnTo>
                <a:lnTo>
                  <a:pt x="0" y="286105"/>
                </a:lnTo>
                <a:close/>
              </a:path>
            </a:pathLst>
          </a:custGeom>
          <a:solidFill>
            <a:srgbClr val="664E8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096000" y="1981225"/>
            <a:ext cx="685800" cy="286105"/>
          </a:xfrm>
          <a:custGeom>
            <a:avLst/>
            <a:gdLst/>
            <a:ahLst/>
            <a:cxnLst/>
            <a:rect l="l" t="t" r="r" b="b"/>
            <a:pathLst>
              <a:path w="685800" h="286105">
                <a:moveTo>
                  <a:pt x="0" y="286105"/>
                </a:moveTo>
                <a:lnTo>
                  <a:pt x="685800" y="286105"/>
                </a:lnTo>
                <a:lnTo>
                  <a:pt x="685800" y="0"/>
                </a:lnTo>
                <a:lnTo>
                  <a:pt x="0" y="0"/>
                </a:lnTo>
                <a:lnTo>
                  <a:pt x="0" y="286105"/>
                </a:lnTo>
                <a:close/>
              </a:path>
            </a:pathLst>
          </a:custGeom>
          <a:solidFill>
            <a:srgbClr val="664E8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781800" y="1981225"/>
            <a:ext cx="609600" cy="286105"/>
          </a:xfrm>
          <a:custGeom>
            <a:avLst/>
            <a:gdLst/>
            <a:ahLst/>
            <a:cxnLst/>
            <a:rect l="l" t="t" r="r" b="b"/>
            <a:pathLst>
              <a:path w="609600" h="286105">
                <a:moveTo>
                  <a:pt x="0" y="286105"/>
                </a:moveTo>
                <a:lnTo>
                  <a:pt x="609600" y="286105"/>
                </a:lnTo>
                <a:lnTo>
                  <a:pt x="609600" y="0"/>
                </a:lnTo>
                <a:lnTo>
                  <a:pt x="0" y="0"/>
                </a:lnTo>
                <a:lnTo>
                  <a:pt x="0" y="286105"/>
                </a:lnTo>
                <a:close/>
              </a:path>
            </a:pathLst>
          </a:custGeom>
          <a:solidFill>
            <a:srgbClr val="664E8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676400" y="2267305"/>
            <a:ext cx="3657600" cy="184429"/>
          </a:xfrm>
          <a:custGeom>
            <a:avLst/>
            <a:gdLst/>
            <a:ahLst/>
            <a:cxnLst/>
            <a:rect l="l" t="t" r="r" b="b"/>
            <a:pathLst>
              <a:path w="3657600" h="184429">
                <a:moveTo>
                  <a:pt x="0" y="184429"/>
                </a:moveTo>
                <a:lnTo>
                  <a:pt x="3657600" y="184429"/>
                </a:lnTo>
                <a:lnTo>
                  <a:pt x="3657600" y="0"/>
                </a:lnTo>
                <a:lnTo>
                  <a:pt x="0" y="0"/>
                </a:lnTo>
                <a:lnTo>
                  <a:pt x="0" y="184429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334000" y="2267305"/>
            <a:ext cx="762000" cy="184429"/>
          </a:xfrm>
          <a:custGeom>
            <a:avLst/>
            <a:gdLst/>
            <a:ahLst/>
            <a:cxnLst/>
            <a:rect l="l" t="t" r="r" b="b"/>
            <a:pathLst>
              <a:path w="762000" h="184429">
                <a:moveTo>
                  <a:pt x="0" y="184429"/>
                </a:moveTo>
                <a:lnTo>
                  <a:pt x="762000" y="184429"/>
                </a:lnTo>
                <a:lnTo>
                  <a:pt x="762000" y="0"/>
                </a:lnTo>
                <a:lnTo>
                  <a:pt x="0" y="0"/>
                </a:lnTo>
                <a:lnTo>
                  <a:pt x="0" y="184429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096000" y="2267305"/>
            <a:ext cx="685800" cy="184429"/>
          </a:xfrm>
          <a:custGeom>
            <a:avLst/>
            <a:gdLst/>
            <a:ahLst/>
            <a:cxnLst/>
            <a:rect l="l" t="t" r="r" b="b"/>
            <a:pathLst>
              <a:path w="685800" h="184429">
                <a:moveTo>
                  <a:pt x="0" y="184429"/>
                </a:moveTo>
                <a:lnTo>
                  <a:pt x="685800" y="184429"/>
                </a:lnTo>
                <a:lnTo>
                  <a:pt x="685800" y="0"/>
                </a:lnTo>
                <a:lnTo>
                  <a:pt x="0" y="0"/>
                </a:lnTo>
                <a:lnTo>
                  <a:pt x="0" y="184429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781800" y="2267305"/>
            <a:ext cx="609600" cy="184429"/>
          </a:xfrm>
          <a:custGeom>
            <a:avLst/>
            <a:gdLst/>
            <a:ahLst/>
            <a:cxnLst/>
            <a:rect l="l" t="t" r="r" b="b"/>
            <a:pathLst>
              <a:path w="609600" h="184429">
                <a:moveTo>
                  <a:pt x="0" y="184429"/>
                </a:moveTo>
                <a:lnTo>
                  <a:pt x="609600" y="184429"/>
                </a:lnTo>
                <a:lnTo>
                  <a:pt x="609600" y="0"/>
                </a:lnTo>
                <a:lnTo>
                  <a:pt x="0" y="0"/>
                </a:lnTo>
                <a:lnTo>
                  <a:pt x="0" y="184429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676400" y="2451735"/>
            <a:ext cx="3657600" cy="228600"/>
          </a:xfrm>
          <a:custGeom>
            <a:avLst/>
            <a:gdLst/>
            <a:ahLst/>
            <a:cxnLst/>
            <a:rect l="l" t="t" r="r" b="b"/>
            <a:pathLst>
              <a:path w="3657600" h="228600">
                <a:moveTo>
                  <a:pt x="0" y="228600"/>
                </a:moveTo>
                <a:lnTo>
                  <a:pt x="3657600" y="228600"/>
                </a:lnTo>
                <a:lnTo>
                  <a:pt x="3657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334000" y="2451735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0" y="228600"/>
                </a:moveTo>
                <a:lnTo>
                  <a:pt x="762000" y="228600"/>
                </a:lnTo>
                <a:lnTo>
                  <a:pt x="7620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096000" y="2451735"/>
            <a:ext cx="685800" cy="228600"/>
          </a:xfrm>
          <a:custGeom>
            <a:avLst/>
            <a:gdLst/>
            <a:ahLst/>
            <a:cxnLst/>
            <a:rect l="l" t="t" r="r" b="b"/>
            <a:pathLst>
              <a:path w="685800" h="228600">
                <a:moveTo>
                  <a:pt x="0" y="228600"/>
                </a:moveTo>
                <a:lnTo>
                  <a:pt x="685800" y="228600"/>
                </a:lnTo>
                <a:lnTo>
                  <a:pt x="6858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781800" y="2451735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0" y="228600"/>
                </a:moveTo>
                <a:lnTo>
                  <a:pt x="609600" y="228600"/>
                </a:lnTo>
                <a:lnTo>
                  <a:pt x="609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676400" y="2680335"/>
            <a:ext cx="3657600" cy="228600"/>
          </a:xfrm>
          <a:custGeom>
            <a:avLst/>
            <a:gdLst/>
            <a:ahLst/>
            <a:cxnLst/>
            <a:rect l="l" t="t" r="r" b="b"/>
            <a:pathLst>
              <a:path w="3657600" h="228600">
                <a:moveTo>
                  <a:pt x="0" y="228600"/>
                </a:moveTo>
                <a:lnTo>
                  <a:pt x="3657600" y="228600"/>
                </a:lnTo>
                <a:lnTo>
                  <a:pt x="3657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334000" y="2680335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0" y="228600"/>
                </a:moveTo>
                <a:lnTo>
                  <a:pt x="762000" y="228600"/>
                </a:lnTo>
                <a:lnTo>
                  <a:pt x="7620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096000" y="2680335"/>
            <a:ext cx="685800" cy="228600"/>
          </a:xfrm>
          <a:custGeom>
            <a:avLst/>
            <a:gdLst/>
            <a:ahLst/>
            <a:cxnLst/>
            <a:rect l="l" t="t" r="r" b="b"/>
            <a:pathLst>
              <a:path w="685800" h="228600">
                <a:moveTo>
                  <a:pt x="0" y="228600"/>
                </a:moveTo>
                <a:lnTo>
                  <a:pt x="685800" y="228600"/>
                </a:lnTo>
                <a:lnTo>
                  <a:pt x="6858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781800" y="2680335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0" y="228600"/>
                </a:moveTo>
                <a:lnTo>
                  <a:pt x="609600" y="228600"/>
                </a:lnTo>
                <a:lnTo>
                  <a:pt x="609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676400" y="2908935"/>
            <a:ext cx="3657600" cy="228600"/>
          </a:xfrm>
          <a:custGeom>
            <a:avLst/>
            <a:gdLst/>
            <a:ahLst/>
            <a:cxnLst/>
            <a:rect l="l" t="t" r="r" b="b"/>
            <a:pathLst>
              <a:path w="3657600" h="228600">
                <a:moveTo>
                  <a:pt x="0" y="228600"/>
                </a:moveTo>
                <a:lnTo>
                  <a:pt x="3657600" y="228600"/>
                </a:lnTo>
                <a:lnTo>
                  <a:pt x="3657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334000" y="2908935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0" y="228600"/>
                </a:moveTo>
                <a:lnTo>
                  <a:pt x="762000" y="228600"/>
                </a:lnTo>
                <a:lnTo>
                  <a:pt x="7620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096000" y="2908935"/>
            <a:ext cx="685800" cy="228600"/>
          </a:xfrm>
          <a:custGeom>
            <a:avLst/>
            <a:gdLst/>
            <a:ahLst/>
            <a:cxnLst/>
            <a:rect l="l" t="t" r="r" b="b"/>
            <a:pathLst>
              <a:path w="685800" h="228600">
                <a:moveTo>
                  <a:pt x="0" y="228600"/>
                </a:moveTo>
                <a:lnTo>
                  <a:pt x="685800" y="228600"/>
                </a:lnTo>
                <a:lnTo>
                  <a:pt x="6858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781800" y="2908935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0" y="228600"/>
                </a:moveTo>
                <a:lnTo>
                  <a:pt x="609600" y="228600"/>
                </a:lnTo>
                <a:lnTo>
                  <a:pt x="609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676400" y="3137535"/>
            <a:ext cx="3657600" cy="152400"/>
          </a:xfrm>
          <a:custGeom>
            <a:avLst/>
            <a:gdLst/>
            <a:ahLst/>
            <a:cxnLst/>
            <a:rect l="l" t="t" r="r" b="b"/>
            <a:pathLst>
              <a:path w="3657600" h="152400">
                <a:moveTo>
                  <a:pt x="0" y="152400"/>
                </a:moveTo>
                <a:lnTo>
                  <a:pt x="3657600" y="152400"/>
                </a:lnTo>
                <a:lnTo>
                  <a:pt x="3657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334000" y="3137535"/>
            <a:ext cx="762000" cy="152400"/>
          </a:xfrm>
          <a:custGeom>
            <a:avLst/>
            <a:gdLst/>
            <a:ahLst/>
            <a:cxnLst/>
            <a:rect l="l" t="t" r="r" b="b"/>
            <a:pathLst>
              <a:path w="762000" h="152400">
                <a:moveTo>
                  <a:pt x="0" y="152400"/>
                </a:moveTo>
                <a:lnTo>
                  <a:pt x="762000" y="152400"/>
                </a:lnTo>
                <a:lnTo>
                  <a:pt x="762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096000" y="3137535"/>
            <a:ext cx="685800" cy="152400"/>
          </a:xfrm>
          <a:custGeom>
            <a:avLst/>
            <a:gdLst/>
            <a:ahLst/>
            <a:cxnLst/>
            <a:rect l="l" t="t" r="r" b="b"/>
            <a:pathLst>
              <a:path w="685800" h="152400">
                <a:moveTo>
                  <a:pt x="0" y="152400"/>
                </a:moveTo>
                <a:lnTo>
                  <a:pt x="685800" y="152400"/>
                </a:lnTo>
                <a:lnTo>
                  <a:pt x="6858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781800" y="3137535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609600" h="152400">
                <a:moveTo>
                  <a:pt x="0" y="152400"/>
                </a:moveTo>
                <a:lnTo>
                  <a:pt x="609600" y="152400"/>
                </a:lnTo>
                <a:lnTo>
                  <a:pt x="609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676400" y="3289935"/>
            <a:ext cx="3657600" cy="152400"/>
          </a:xfrm>
          <a:custGeom>
            <a:avLst/>
            <a:gdLst/>
            <a:ahLst/>
            <a:cxnLst/>
            <a:rect l="l" t="t" r="r" b="b"/>
            <a:pathLst>
              <a:path w="3657600" h="152400">
                <a:moveTo>
                  <a:pt x="0" y="152400"/>
                </a:moveTo>
                <a:lnTo>
                  <a:pt x="3657600" y="152400"/>
                </a:lnTo>
                <a:lnTo>
                  <a:pt x="3657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334000" y="3289935"/>
            <a:ext cx="762000" cy="152400"/>
          </a:xfrm>
          <a:custGeom>
            <a:avLst/>
            <a:gdLst/>
            <a:ahLst/>
            <a:cxnLst/>
            <a:rect l="l" t="t" r="r" b="b"/>
            <a:pathLst>
              <a:path w="762000" h="152400">
                <a:moveTo>
                  <a:pt x="0" y="152400"/>
                </a:moveTo>
                <a:lnTo>
                  <a:pt x="762000" y="152400"/>
                </a:lnTo>
                <a:lnTo>
                  <a:pt x="762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096000" y="3289935"/>
            <a:ext cx="685800" cy="152400"/>
          </a:xfrm>
          <a:custGeom>
            <a:avLst/>
            <a:gdLst/>
            <a:ahLst/>
            <a:cxnLst/>
            <a:rect l="l" t="t" r="r" b="b"/>
            <a:pathLst>
              <a:path w="685800" h="152400">
                <a:moveTo>
                  <a:pt x="0" y="152400"/>
                </a:moveTo>
                <a:lnTo>
                  <a:pt x="685800" y="152400"/>
                </a:lnTo>
                <a:lnTo>
                  <a:pt x="6858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781800" y="3289935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609600" h="152400">
                <a:moveTo>
                  <a:pt x="0" y="152400"/>
                </a:moveTo>
                <a:lnTo>
                  <a:pt x="609600" y="152400"/>
                </a:lnTo>
                <a:lnTo>
                  <a:pt x="609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676400" y="3442335"/>
            <a:ext cx="3657600" cy="228600"/>
          </a:xfrm>
          <a:custGeom>
            <a:avLst/>
            <a:gdLst/>
            <a:ahLst/>
            <a:cxnLst/>
            <a:rect l="l" t="t" r="r" b="b"/>
            <a:pathLst>
              <a:path w="3657600" h="228600">
                <a:moveTo>
                  <a:pt x="0" y="228600"/>
                </a:moveTo>
                <a:lnTo>
                  <a:pt x="3657600" y="228600"/>
                </a:lnTo>
                <a:lnTo>
                  <a:pt x="3657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334000" y="3442335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0" y="228600"/>
                </a:moveTo>
                <a:lnTo>
                  <a:pt x="762000" y="228600"/>
                </a:lnTo>
                <a:lnTo>
                  <a:pt x="7620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096000" y="3442335"/>
            <a:ext cx="685800" cy="228600"/>
          </a:xfrm>
          <a:custGeom>
            <a:avLst/>
            <a:gdLst/>
            <a:ahLst/>
            <a:cxnLst/>
            <a:rect l="l" t="t" r="r" b="b"/>
            <a:pathLst>
              <a:path w="685800" h="228600">
                <a:moveTo>
                  <a:pt x="0" y="228600"/>
                </a:moveTo>
                <a:lnTo>
                  <a:pt x="685800" y="228600"/>
                </a:lnTo>
                <a:lnTo>
                  <a:pt x="6858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781800" y="3442335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0" y="228600"/>
                </a:moveTo>
                <a:lnTo>
                  <a:pt x="609600" y="228600"/>
                </a:lnTo>
                <a:lnTo>
                  <a:pt x="609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676400" y="3670935"/>
            <a:ext cx="3657600" cy="215264"/>
          </a:xfrm>
          <a:custGeom>
            <a:avLst/>
            <a:gdLst/>
            <a:ahLst/>
            <a:cxnLst/>
            <a:rect l="l" t="t" r="r" b="b"/>
            <a:pathLst>
              <a:path w="3657600" h="215264">
                <a:moveTo>
                  <a:pt x="0" y="215264"/>
                </a:moveTo>
                <a:lnTo>
                  <a:pt x="3657600" y="215264"/>
                </a:lnTo>
                <a:lnTo>
                  <a:pt x="3657600" y="0"/>
                </a:lnTo>
                <a:lnTo>
                  <a:pt x="0" y="0"/>
                </a:lnTo>
                <a:lnTo>
                  <a:pt x="0" y="215264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334000" y="3670935"/>
            <a:ext cx="762000" cy="215264"/>
          </a:xfrm>
          <a:custGeom>
            <a:avLst/>
            <a:gdLst/>
            <a:ahLst/>
            <a:cxnLst/>
            <a:rect l="l" t="t" r="r" b="b"/>
            <a:pathLst>
              <a:path w="762000" h="215264">
                <a:moveTo>
                  <a:pt x="0" y="215264"/>
                </a:moveTo>
                <a:lnTo>
                  <a:pt x="762000" y="215264"/>
                </a:lnTo>
                <a:lnTo>
                  <a:pt x="762000" y="0"/>
                </a:lnTo>
                <a:lnTo>
                  <a:pt x="0" y="0"/>
                </a:lnTo>
                <a:lnTo>
                  <a:pt x="0" y="215264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096000" y="3670935"/>
            <a:ext cx="685800" cy="215264"/>
          </a:xfrm>
          <a:custGeom>
            <a:avLst/>
            <a:gdLst/>
            <a:ahLst/>
            <a:cxnLst/>
            <a:rect l="l" t="t" r="r" b="b"/>
            <a:pathLst>
              <a:path w="685800" h="215264">
                <a:moveTo>
                  <a:pt x="0" y="215264"/>
                </a:moveTo>
                <a:lnTo>
                  <a:pt x="685800" y="215264"/>
                </a:lnTo>
                <a:lnTo>
                  <a:pt x="685800" y="0"/>
                </a:lnTo>
                <a:lnTo>
                  <a:pt x="0" y="0"/>
                </a:lnTo>
                <a:lnTo>
                  <a:pt x="0" y="215264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781800" y="3670935"/>
            <a:ext cx="609600" cy="215264"/>
          </a:xfrm>
          <a:custGeom>
            <a:avLst/>
            <a:gdLst/>
            <a:ahLst/>
            <a:cxnLst/>
            <a:rect l="l" t="t" r="r" b="b"/>
            <a:pathLst>
              <a:path w="609600" h="215264">
                <a:moveTo>
                  <a:pt x="0" y="215264"/>
                </a:moveTo>
                <a:lnTo>
                  <a:pt x="609600" y="215264"/>
                </a:lnTo>
                <a:lnTo>
                  <a:pt x="609600" y="0"/>
                </a:lnTo>
                <a:lnTo>
                  <a:pt x="0" y="0"/>
                </a:lnTo>
                <a:lnTo>
                  <a:pt x="0" y="215264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676400" y="3886200"/>
            <a:ext cx="3657600" cy="152400"/>
          </a:xfrm>
          <a:custGeom>
            <a:avLst/>
            <a:gdLst/>
            <a:ahLst/>
            <a:cxnLst/>
            <a:rect l="l" t="t" r="r" b="b"/>
            <a:pathLst>
              <a:path w="3657600" h="152400">
                <a:moveTo>
                  <a:pt x="0" y="152400"/>
                </a:moveTo>
                <a:lnTo>
                  <a:pt x="3657600" y="152400"/>
                </a:lnTo>
                <a:lnTo>
                  <a:pt x="3657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334000" y="3886200"/>
            <a:ext cx="762000" cy="152400"/>
          </a:xfrm>
          <a:custGeom>
            <a:avLst/>
            <a:gdLst/>
            <a:ahLst/>
            <a:cxnLst/>
            <a:rect l="l" t="t" r="r" b="b"/>
            <a:pathLst>
              <a:path w="762000" h="152400">
                <a:moveTo>
                  <a:pt x="0" y="152400"/>
                </a:moveTo>
                <a:lnTo>
                  <a:pt x="762000" y="152400"/>
                </a:lnTo>
                <a:lnTo>
                  <a:pt x="762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6096000" y="3886200"/>
            <a:ext cx="685800" cy="152400"/>
          </a:xfrm>
          <a:custGeom>
            <a:avLst/>
            <a:gdLst/>
            <a:ahLst/>
            <a:cxnLst/>
            <a:rect l="l" t="t" r="r" b="b"/>
            <a:pathLst>
              <a:path w="685800" h="152400">
                <a:moveTo>
                  <a:pt x="0" y="152400"/>
                </a:moveTo>
                <a:lnTo>
                  <a:pt x="685800" y="152400"/>
                </a:lnTo>
                <a:lnTo>
                  <a:pt x="6858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6781800" y="3886200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609600" h="152400">
                <a:moveTo>
                  <a:pt x="0" y="152400"/>
                </a:moveTo>
                <a:lnTo>
                  <a:pt x="609600" y="152400"/>
                </a:lnTo>
                <a:lnTo>
                  <a:pt x="609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676400" y="4038600"/>
            <a:ext cx="3657600" cy="152400"/>
          </a:xfrm>
          <a:custGeom>
            <a:avLst/>
            <a:gdLst/>
            <a:ahLst/>
            <a:cxnLst/>
            <a:rect l="l" t="t" r="r" b="b"/>
            <a:pathLst>
              <a:path w="3657600" h="152400">
                <a:moveTo>
                  <a:pt x="0" y="152400"/>
                </a:moveTo>
                <a:lnTo>
                  <a:pt x="3657600" y="152400"/>
                </a:lnTo>
                <a:lnTo>
                  <a:pt x="3657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5334000" y="4038600"/>
            <a:ext cx="762000" cy="152400"/>
          </a:xfrm>
          <a:custGeom>
            <a:avLst/>
            <a:gdLst/>
            <a:ahLst/>
            <a:cxnLst/>
            <a:rect l="l" t="t" r="r" b="b"/>
            <a:pathLst>
              <a:path w="762000" h="152400">
                <a:moveTo>
                  <a:pt x="0" y="152400"/>
                </a:moveTo>
                <a:lnTo>
                  <a:pt x="762000" y="152400"/>
                </a:lnTo>
                <a:lnTo>
                  <a:pt x="762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6096000" y="4038600"/>
            <a:ext cx="685800" cy="152400"/>
          </a:xfrm>
          <a:custGeom>
            <a:avLst/>
            <a:gdLst/>
            <a:ahLst/>
            <a:cxnLst/>
            <a:rect l="l" t="t" r="r" b="b"/>
            <a:pathLst>
              <a:path w="685800" h="152400">
                <a:moveTo>
                  <a:pt x="0" y="152400"/>
                </a:moveTo>
                <a:lnTo>
                  <a:pt x="685800" y="152400"/>
                </a:lnTo>
                <a:lnTo>
                  <a:pt x="6858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6781800" y="4038600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609600" h="152400">
                <a:moveTo>
                  <a:pt x="0" y="152400"/>
                </a:moveTo>
                <a:lnTo>
                  <a:pt x="609600" y="152400"/>
                </a:lnTo>
                <a:lnTo>
                  <a:pt x="609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676400" y="4191000"/>
            <a:ext cx="3657600" cy="152400"/>
          </a:xfrm>
          <a:custGeom>
            <a:avLst/>
            <a:gdLst/>
            <a:ahLst/>
            <a:cxnLst/>
            <a:rect l="l" t="t" r="r" b="b"/>
            <a:pathLst>
              <a:path w="3657600" h="152400">
                <a:moveTo>
                  <a:pt x="0" y="152400"/>
                </a:moveTo>
                <a:lnTo>
                  <a:pt x="3657600" y="152400"/>
                </a:lnTo>
                <a:lnTo>
                  <a:pt x="3657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5334000" y="4191000"/>
            <a:ext cx="762000" cy="152400"/>
          </a:xfrm>
          <a:custGeom>
            <a:avLst/>
            <a:gdLst/>
            <a:ahLst/>
            <a:cxnLst/>
            <a:rect l="l" t="t" r="r" b="b"/>
            <a:pathLst>
              <a:path w="762000" h="152400">
                <a:moveTo>
                  <a:pt x="0" y="152400"/>
                </a:moveTo>
                <a:lnTo>
                  <a:pt x="762000" y="152400"/>
                </a:lnTo>
                <a:lnTo>
                  <a:pt x="762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096000" y="4191000"/>
            <a:ext cx="685800" cy="152400"/>
          </a:xfrm>
          <a:custGeom>
            <a:avLst/>
            <a:gdLst/>
            <a:ahLst/>
            <a:cxnLst/>
            <a:rect l="l" t="t" r="r" b="b"/>
            <a:pathLst>
              <a:path w="685800" h="152400">
                <a:moveTo>
                  <a:pt x="0" y="152400"/>
                </a:moveTo>
                <a:lnTo>
                  <a:pt x="685800" y="152400"/>
                </a:lnTo>
                <a:lnTo>
                  <a:pt x="6858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781800" y="4191000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609600" h="152400">
                <a:moveTo>
                  <a:pt x="0" y="152400"/>
                </a:moveTo>
                <a:lnTo>
                  <a:pt x="609600" y="152400"/>
                </a:lnTo>
                <a:lnTo>
                  <a:pt x="609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676400" y="4343400"/>
            <a:ext cx="3657600" cy="122681"/>
          </a:xfrm>
          <a:custGeom>
            <a:avLst/>
            <a:gdLst/>
            <a:ahLst/>
            <a:cxnLst/>
            <a:rect l="l" t="t" r="r" b="b"/>
            <a:pathLst>
              <a:path w="3657600" h="122681">
                <a:moveTo>
                  <a:pt x="0" y="122681"/>
                </a:moveTo>
                <a:lnTo>
                  <a:pt x="3657600" y="122681"/>
                </a:lnTo>
                <a:lnTo>
                  <a:pt x="3657600" y="0"/>
                </a:lnTo>
                <a:lnTo>
                  <a:pt x="0" y="0"/>
                </a:lnTo>
                <a:lnTo>
                  <a:pt x="0" y="122681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334000" y="4343400"/>
            <a:ext cx="762000" cy="122681"/>
          </a:xfrm>
          <a:custGeom>
            <a:avLst/>
            <a:gdLst/>
            <a:ahLst/>
            <a:cxnLst/>
            <a:rect l="l" t="t" r="r" b="b"/>
            <a:pathLst>
              <a:path w="762000" h="122681">
                <a:moveTo>
                  <a:pt x="0" y="122681"/>
                </a:moveTo>
                <a:lnTo>
                  <a:pt x="762000" y="122681"/>
                </a:lnTo>
                <a:lnTo>
                  <a:pt x="762000" y="0"/>
                </a:lnTo>
                <a:lnTo>
                  <a:pt x="0" y="0"/>
                </a:lnTo>
                <a:lnTo>
                  <a:pt x="0" y="122681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096000" y="4343400"/>
            <a:ext cx="685800" cy="122681"/>
          </a:xfrm>
          <a:custGeom>
            <a:avLst/>
            <a:gdLst/>
            <a:ahLst/>
            <a:cxnLst/>
            <a:rect l="l" t="t" r="r" b="b"/>
            <a:pathLst>
              <a:path w="685800" h="122681">
                <a:moveTo>
                  <a:pt x="0" y="122681"/>
                </a:moveTo>
                <a:lnTo>
                  <a:pt x="685800" y="122681"/>
                </a:lnTo>
                <a:lnTo>
                  <a:pt x="685800" y="0"/>
                </a:lnTo>
                <a:lnTo>
                  <a:pt x="0" y="0"/>
                </a:lnTo>
                <a:lnTo>
                  <a:pt x="0" y="122681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6781800" y="4343400"/>
            <a:ext cx="609600" cy="122681"/>
          </a:xfrm>
          <a:custGeom>
            <a:avLst/>
            <a:gdLst/>
            <a:ahLst/>
            <a:cxnLst/>
            <a:rect l="l" t="t" r="r" b="b"/>
            <a:pathLst>
              <a:path w="609600" h="122681">
                <a:moveTo>
                  <a:pt x="0" y="122681"/>
                </a:moveTo>
                <a:lnTo>
                  <a:pt x="609600" y="122681"/>
                </a:lnTo>
                <a:lnTo>
                  <a:pt x="609600" y="0"/>
                </a:lnTo>
                <a:lnTo>
                  <a:pt x="0" y="0"/>
                </a:lnTo>
                <a:lnTo>
                  <a:pt x="0" y="122681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1676400" y="4466082"/>
            <a:ext cx="3657600" cy="182118"/>
          </a:xfrm>
          <a:custGeom>
            <a:avLst/>
            <a:gdLst/>
            <a:ahLst/>
            <a:cxnLst/>
            <a:rect l="l" t="t" r="r" b="b"/>
            <a:pathLst>
              <a:path w="3657600" h="182118">
                <a:moveTo>
                  <a:pt x="0" y="182118"/>
                </a:moveTo>
                <a:lnTo>
                  <a:pt x="3657600" y="182118"/>
                </a:lnTo>
                <a:lnTo>
                  <a:pt x="3657600" y="0"/>
                </a:lnTo>
                <a:lnTo>
                  <a:pt x="0" y="0"/>
                </a:lnTo>
                <a:lnTo>
                  <a:pt x="0" y="182118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5334000" y="4466082"/>
            <a:ext cx="762000" cy="182118"/>
          </a:xfrm>
          <a:custGeom>
            <a:avLst/>
            <a:gdLst/>
            <a:ahLst/>
            <a:cxnLst/>
            <a:rect l="l" t="t" r="r" b="b"/>
            <a:pathLst>
              <a:path w="762000" h="182118">
                <a:moveTo>
                  <a:pt x="0" y="182118"/>
                </a:moveTo>
                <a:lnTo>
                  <a:pt x="762000" y="182118"/>
                </a:lnTo>
                <a:lnTo>
                  <a:pt x="762000" y="0"/>
                </a:lnTo>
                <a:lnTo>
                  <a:pt x="0" y="0"/>
                </a:lnTo>
                <a:lnTo>
                  <a:pt x="0" y="182118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6096000" y="4466082"/>
            <a:ext cx="685800" cy="182118"/>
          </a:xfrm>
          <a:custGeom>
            <a:avLst/>
            <a:gdLst/>
            <a:ahLst/>
            <a:cxnLst/>
            <a:rect l="l" t="t" r="r" b="b"/>
            <a:pathLst>
              <a:path w="685800" h="182118">
                <a:moveTo>
                  <a:pt x="0" y="182118"/>
                </a:moveTo>
                <a:lnTo>
                  <a:pt x="685800" y="182118"/>
                </a:lnTo>
                <a:lnTo>
                  <a:pt x="685800" y="0"/>
                </a:lnTo>
                <a:lnTo>
                  <a:pt x="0" y="0"/>
                </a:lnTo>
                <a:lnTo>
                  <a:pt x="0" y="182118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6781800" y="4466082"/>
            <a:ext cx="609600" cy="182118"/>
          </a:xfrm>
          <a:custGeom>
            <a:avLst/>
            <a:gdLst/>
            <a:ahLst/>
            <a:cxnLst/>
            <a:rect l="l" t="t" r="r" b="b"/>
            <a:pathLst>
              <a:path w="609600" h="182118">
                <a:moveTo>
                  <a:pt x="0" y="182118"/>
                </a:moveTo>
                <a:lnTo>
                  <a:pt x="609600" y="182118"/>
                </a:lnTo>
                <a:lnTo>
                  <a:pt x="609600" y="0"/>
                </a:lnTo>
                <a:lnTo>
                  <a:pt x="0" y="0"/>
                </a:lnTo>
                <a:lnTo>
                  <a:pt x="0" y="182118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1676400" y="4648200"/>
            <a:ext cx="3657600" cy="152400"/>
          </a:xfrm>
          <a:custGeom>
            <a:avLst/>
            <a:gdLst/>
            <a:ahLst/>
            <a:cxnLst/>
            <a:rect l="l" t="t" r="r" b="b"/>
            <a:pathLst>
              <a:path w="3657600" h="152400">
                <a:moveTo>
                  <a:pt x="0" y="152400"/>
                </a:moveTo>
                <a:lnTo>
                  <a:pt x="3657600" y="152400"/>
                </a:lnTo>
                <a:lnTo>
                  <a:pt x="3657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5334000" y="4648200"/>
            <a:ext cx="762000" cy="152400"/>
          </a:xfrm>
          <a:custGeom>
            <a:avLst/>
            <a:gdLst/>
            <a:ahLst/>
            <a:cxnLst/>
            <a:rect l="l" t="t" r="r" b="b"/>
            <a:pathLst>
              <a:path w="762000" h="152400">
                <a:moveTo>
                  <a:pt x="0" y="152400"/>
                </a:moveTo>
                <a:lnTo>
                  <a:pt x="762000" y="152400"/>
                </a:lnTo>
                <a:lnTo>
                  <a:pt x="762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6096000" y="4648200"/>
            <a:ext cx="685800" cy="152400"/>
          </a:xfrm>
          <a:custGeom>
            <a:avLst/>
            <a:gdLst/>
            <a:ahLst/>
            <a:cxnLst/>
            <a:rect l="l" t="t" r="r" b="b"/>
            <a:pathLst>
              <a:path w="685800" h="152400">
                <a:moveTo>
                  <a:pt x="0" y="152400"/>
                </a:moveTo>
                <a:lnTo>
                  <a:pt x="685800" y="152400"/>
                </a:lnTo>
                <a:lnTo>
                  <a:pt x="6858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6781800" y="4648200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609600" h="152400">
                <a:moveTo>
                  <a:pt x="0" y="152400"/>
                </a:moveTo>
                <a:lnTo>
                  <a:pt x="609600" y="152400"/>
                </a:lnTo>
                <a:lnTo>
                  <a:pt x="609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676400" y="4800587"/>
            <a:ext cx="3657600" cy="146824"/>
          </a:xfrm>
          <a:custGeom>
            <a:avLst/>
            <a:gdLst/>
            <a:ahLst/>
            <a:cxnLst/>
            <a:rect l="l" t="t" r="r" b="b"/>
            <a:pathLst>
              <a:path w="3657600" h="146824">
                <a:moveTo>
                  <a:pt x="0" y="146824"/>
                </a:moveTo>
                <a:lnTo>
                  <a:pt x="3657600" y="146824"/>
                </a:lnTo>
                <a:lnTo>
                  <a:pt x="3657600" y="0"/>
                </a:lnTo>
                <a:lnTo>
                  <a:pt x="0" y="0"/>
                </a:lnTo>
                <a:lnTo>
                  <a:pt x="0" y="146824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334000" y="4800587"/>
            <a:ext cx="762000" cy="146824"/>
          </a:xfrm>
          <a:custGeom>
            <a:avLst/>
            <a:gdLst/>
            <a:ahLst/>
            <a:cxnLst/>
            <a:rect l="l" t="t" r="r" b="b"/>
            <a:pathLst>
              <a:path w="762000" h="146824">
                <a:moveTo>
                  <a:pt x="0" y="146824"/>
                </a:moveTo>
                <a:lnTo>
                  <a:pt x="762000" y="146824"/>
                </a:lnTo>
                <a:lnTo>
                  <a:pt x="762000" y="0"/>
                </a:lnTo>
                <a:lnTo>
                  <a:pt x="0" y="0"/>
                </a:lnTo>
                <a:lnTo>
                  <a:pt x="0" y="146824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096000" y="4800587"/>
            <a:ext cx="685800" cy="146824"/>
          </a:xfrm>
          <a:custGeom>
            <a:avLst/>
            <a:gdLst/>
            <a:ahLst/>
            <a:cxnLst/>
            <a:rect l="l" t="t" r="r" b="b"/>
            <a:pathLst>
              <a:path w="685800" h="146824">
                <a:moveTo>
                  <a:pt x="0" y="146824"/>
                </a:moveTo>
                <a:lnTo>
                  <a:pt x="685800" y="146824"/>
                </a:lnTo>
                <a:lnTo>
                  <a:pt x="685800" y="0"/>
                </a:lnTo>
                <a:lnTo>
                  <a:pt x="0" y="0"/>
                </a:lnTo>
                <a:lnTo>
                  <a:pt x="0" y="146824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781800" y="4800587"/>
            <a:ext cx="609600" cy="146824"/>
          </a:xfrm>
          <a:custGeom>
            <a:avLst/>
            <a:gdLst/>
            <a:ahLst/>
            <a:cxnLst/>
            <a:rect l="l" t="t" r="r" b="b"/>
            <a:pathLst>
              <a:path w="609600" h="146824">
                <a:moveTo>
                  <a:pt x="0" y="146824"/>
                </a:moveTo>
                <a:lnTo>
                  <a:pt x="609600" y="146824"/>
                </a:lnTo>
                <a:lnTo>
                  <a:pt x="609600" y="0"/>
                </a:lnTo>
                <a:lnTo>
                  <a:pt x="0" y="0"/>
                </a:lnTo>
                <a:lnTo>
                  <a:pt x="0" y="146824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676400" y="4947399"/>
            <a:ext cx="3657600" cy="146824"/>
          </a:xfrm>
          <a:custGeom>
            <a:avLst/>
            <a:gdLst/>
            <a:ahLst/>
            <a:cxnLst/>
            <a:rect l="l" t="t" r="r" b="b"/>
            <a:pathLst>
              <a:path w="3657600" h="146824">
                <a:moveTo>
                  <a:pt x="0" y="146824"/>
                </a:moveTo>
                <a:lnTo>
                  <a:pt x="3657600" y="146824"/>
                </a:lnTo>
                <a:lnTo>
                  <a:pt x="3657600" y="0"/>
                </a:lnTo>
                <a:lnTo>
                  <a:pt x="0" y="0"/>
                </a:lnTo>
                <a:lnTo>
                  <a:pt x="0" y="146824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5334000" y="4947399"/>
            <a:ext cx="762000" cy="146824"/>
          </a:xfrm>
          <a:custGeom>
            <a:avLst/>
            <a:gdLst/>
            <a:ahLst/>
            <a:cxnLst/>
            <a:rect l="l" t="t" r="r" b="b"/>
            <a:pathLst>
              <a:path w="762000" h="146824">
                <a:moveTo>
                  <a:pt x="0" y="146824"/>
                </a:moveTo>
                <a:lnTo>
                  <a:pt x="762000" y="146824"/>
                </a:lnTo>
                <a:lnTo>
                  <a:pt x="762000" y="0"/>
                </a:lnTo>
                <a:lnTo>
                  <a:pt x="0" y="0"/>
                </a:lnTo>
                <a:lnTo>
                  <a:pt x="0" y="146824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6096000" y="4947399"/>
            <a:ext cx="685800" cy="146824"/>
          </a:xfrm>
          <a:custGeom>
            <a:avLst/>
            <a:gdLst/>
            <a:ahLst/>
            <a:cxnLst/>
            <a:rect l="l" t="t" r="r" b="b"/>
            <a:pathLst>
              <a:path w="685800" h="146824">
                <a:moveTo>
                  <a:pt x="0" y="146824"/>
                </a:moveTo>
                <a:lnTo>
                  <a:pt x="685800" y="146824"/>
                </a:lnTo>
                <a:lnTo>
                  <a:pt x="685800" y="0"/>
                </a:lnTo>
                <a:lnTo>
                  <a:pt x="0" y="0"/>
                </a:lnTo>
                <a:lnTo>
                  <a:pt x="0" y="146824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6781800" y="4947399"/>
            <a:ext cx="609600" cy="146824"/>
          </a:xfrm>
          <a:custGeom>
            <a:avLst/>
            <a:gdLst/>
            <a:ahLst/>
            <a:cxnLst/>
            <a:rect l="l" t="t" r="r" b="b"/>
            <a:pathLst>
              <a:path w="609600" h="146824">
                <a:moveTo>
                  <a:pt x="0" y="146824"/>
                </a:moveTo>
                <a:lnTo>
                  <a:pt x="609600" y="146824"/>
                </a:lnTo>
                <a:lnTo>
                  <a:pt x="609600" y="0"/>
                </a:lnTo>
                <a:lnTo>
                  <a:pt x="0" y="0"/>
                </a:lnTo>
                <a:lnTo>
                  <a:pt x="0" y="146824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1676400" y="5094211"/>
            <a:ext cx="3657600" cy="146824"/>
          </a:xfrm>
          <a:custGeom>
            <a:avLst/>
            <a:gdLst/>
            <a:ahLst/>
            <a:cxnLst/>
            <a:rect l="l" t="t" r="r" b="b"/>
            <a:pathLst>
              <a:path w="3657600" h="146824">
                <a:moveTo>
                  <a:pt x="0" y="146824"/>
                </a:moveTo>
                <a:lnTo>
                  <a:pt x="3657600" y="146824"/>
                </a:lnTo>
                <a:lnTo>
                  <a:pt x="3657600" y="0"/>
                </a:lnTo>
                <a:lnTo>
                  <a:pt x="0" y="0"/>
                </a:lnTo>
                <a:lnTo>
                  <a:pt x="0" y="146824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5334000" y="5094211"/>
            <a:ext cx="762000" cy="146824"/>
          </a:xfrm>
          <a:custGeom>
            <a:avLst/>
            <a:gdLst/>
            <a:ahLst/>
            <a:cxnLst/>
            <a:rect l="l" t="t" r="r" b="b"/>
            <a:pathLst>
              <a:path w="762000" h="146824">
                <a:moveTo>
                  <a:pt x="0" y="146824"/>
                </a:moveTo>
                <a:lnTo>
                  <a:pt x="762000" y="146824"/>
                </a:lnTo>
                <a:lnTo>
                  <a:pt x="762000" y="0"/>
                </a:lnTo>
                <a:lnTo>
                  <a:pt x="0" y="0"/>
                </a:lnTo>
                <a:lnTo>
                  <a:pt x="0" y="146824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096000" y="5094211"/>
            <a:ext cx="685800" cy="146824"/>
          </a:xfrm>
          <a:custGeom>
            <a:avLst/>
            <a:gdLst/>
            <a:ahLst/>
            <a:cxnLst/>
            <a:rect l="l" t="t" r="r" b="b"/>
            <a:pathLst>
              <a:path w="685800" h="146824">
                <a:moveTo>
                  <a:pt x="0" y="146824"/>
                </a:moveTo>
                <a:lnTo>
                  <a:pt x="685800" y="146824"/>
                </a:lnTo>
                <a:lnTo>
                  <a:pt x="685800" y="0"/>
                </a:lnTo>
                <a:lnTo>
                  <a:pt x="0" y="0"/>
                </a:lnTo>
                <a:lnTo>
                  <a:pt x="0" y="146824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6781800" y="5094211"/>
            <a:ext cx="609600" cy="146824"/>
          </a:xfrm>
          <a:custGeom>
            <a:avLst/>
            <a:gdLst/>
            <a:ahLst/>
            <a:cxnLst/>
            <a:rect l="l" t="t" r="r" b="b"/>
            <a:pathLst>
              <a:path w="609600" h="146824">
                <a:moveTo>
                  <a:pt x="0" y="146824"/>
                </a:moveTo>
                <a:lnTo>
                  <a:pt x="609600" y="146824"/>
                </a:lnTo>
                <a:lnTo>
                  <a:pt x="609600" y="0"/>
                </a:lnTo>
                <a:lnTo>
                  <a:pt x="0" y="0"/>
                </a:lnTo>
                <a:lnTo>
                  <a:pt x="0" y="146824"/>
                </a:lnTo>
                <a:close/>
              </a:path>
            </a:pathLst>
          </a:custGeom>
          <a:solidFill>
            <a:srgbClr val="EAF0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1676400" y="5241074"/>
            <a:ext cx="3657600" cy="169125"/>
          </a:xfrm>
          <a:custGeom>
            <a:avLst/>
            <a:gdLst/>
            <a:ahLst/>
            <a:cxnLst/>
            <a:rect l="l" t="t" r="r" b="b"/>
            <a:pathLst>
              <a:path w="3657600" h="169125">
                <a:moveTo>
                  <a:pt x="0" y="169125"/>
                </a:moveTo>
                <a:lnTo>
                  <a:pt x="3657600" y="169125"/>
                </a:lnTo>
                <a:lnTo>
                  <a:pt x="3657600" y="0"/>
                </a:lnTo>
                <a:lnTo>
                  <a:pt x="0" y="0"/>
                </a:lnTo>
                <a:lnTo>
                  <a:pt x="0" y="169125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5334000" y="5241074"/>
            <a:ext cx="762000" cy="169125"/>
          </a:xfrm>
          <a:custGeom>
            <a:avLst/>
            <a:gdLst/>
            <a:ahLst/>
            <a:cxnLst/>
            <a:rect l="l" t="t" r="r" b="b"/>
            <a:pathLst>
              <a:path w="762000" h="169125">
                <a:moveTo>
                  <a:pt x="0" y="169125"/>
                </a:moveTo>
                <a:lnTo>
                  <a:pt x="762000" y="169125"/>
                </a:lnTo>
                <a:lnTo>
                  <a:pt x="762000" y="0"/>
                </a:lnTo>
                <a:lnTo>
                  <a:pt x="0" y="0"/>
                </a:lnTo>
                <a:lnTo>
                  <a:pt x="0" y="169125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6096000" y="5241074"/>
            <a:ext cx="685800" cy="169125"/>
          </a:xfrm>
          <a:custGeom>
            <a:avLst/>
            <a:gdLst/>
            <a:ahLst/>
            <a:cxnLst/>
            <a:rect l="l" t="t" r="r" b="b"/>
            <a:pathLst>
              <a:path w="685800" h="169125">
                <a:moveTo>
                  <a:pt x="0" y="169125"/>
                </a:moveTo>
                <a:lnTo>
                  <a:pt x="685800" y="169125"/>
                </a:lnTo>
                <a:lnTo>
                  <a:pt x="685800" y="0"/>
                </a:lnTo>
                <a:lnTo>
                  <a:pt x="0" y="0"/>
                </a:lnTo>
                <a:lnTo>
                  <a:pt x="0" y="169125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6781800" y="5241074"/>
            <a:ext cx="609600" cy="169125"/>
          </a:xfrm>
          <a:custGeom>
            <a:avLst/>
            <a:gdLst/>
            <a:ahLst/>
            <a:cxnLst/>
            <a:rect l="l" t="t" r="r" b="b"/>
            <a:pathLst>
              <a:path w="609600" h="169125">
                <a:moveTo>
                  <a:pt x="0" y="169125"/>
                </a:moveTo>
                <a:lnTo>
                  <a:pt x="609600" y="169125"/>
                </a:lnTo>
                <a:lnTo>
                  <a:pt x="609600" y="0"/>
                </a:lnTo>
                <a:lnTo>
                  <a:pt x="0" y="0"/>
                </a:lnTo>
                <a:lnTo>
                  <a:pt x="0" y="169125"/>
                </a:lnTo>
                <a:close/>
              </a:path>
            </a:pathLst>
          </a:custGeom>
          <a:solidFill>
            <a:srgbClr val="F5F8E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5334000" y="1974850"/>
            <a:ext cx="0" cy="3441700"/>
          </a:xfrm>
          <a:custGeom>
            <a:avLst/>
            <a:gdLst/>
            <a:ahLst/>
            <a:cxnLst/>
            <a:rect l="l" t="t" r="r" b="b"/>
            <a:pathLst>
              <a:path h="3441700">
                <a:moveTo>
                  <a:pt x="0" y="0"/>
                </a:moveTo>
                <a:lnTo>
                  <a:pt x="0" y="34417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6096000" y="1974850"/>
            <a:ext cx="0" cy="3441700"/>
          </a:xfrm>
          <a:custGeom>
            <a:avLst/>
            <a:gdLst/>
            <a:ahLst/>
            <a:cxnLst/>
            <a:rect l="l" t="t" r="r" b="b"/>
            <a:pathLst>
              <a:path h="3441700">
                <a:moveTo>
                  <a:pt x="0" y="0"/>
                </a:moveTo>
                <a:lnTo>
                  <a:pt x="0" y="34417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6781800" y="1974850"/>
            <a:ext cx="0" cy="3441700"/>
          </a:xfrm>
          <a:custGeom>
            <a:avLst/>
            <a:gdLst/>
            <a:ahLst/>
            <a:cxnLst/>
            <a:rect l="l" t="t" r="r" b="b"/>
            <a:pathLst>
              <a:path h="3441700">
                <a:moveTo>
                  <a:pt x="0" y="0"/>
                </a:moveTo>
                <a:lnTo>
                  <a:pt x="0" y="34417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1670050" y="2267330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1670050" y="2451735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1670050" y="2680335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1670050" y="2908935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1670050" y="3137535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1670050" y="3289935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1670050" y="3442335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1670050" y="3670935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1670050" y="3886200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1670050" y="4038600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1670050" y="4191000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1670050" y="4343400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1670050" y="4466082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1670050" y="4648200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1670050" y="4800600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1670050" y="4947412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1670050" y="5094224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1670050" y="5241036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1676400" y="1974850"/>
            <a:ext cx="0" cy="3441700"/>
          </a:xfrm>
          <a:custGeom>
            <a:avLst/>
            <a:gdLst/>
            <a:ahLst/>
            <a:cxnLst/>
            <a:rect l="l" t="t" r="r" b="b"/>
            <a:pathLst>
              <a:path h="3441700">
                <a:moveTo>
                  <a:pt x="0" y="0"/>
                </a:moveTo>
                <a:lnTo>
                  <a:pt x="0" y="34417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7391400" y="1974850"/>
            <a:ext cx="0" cy="3441700"/>
          </a:xfrm>
          <a:custGeom>
            <a:avLst/>
            <a:gdLst/>
            <a:ahLst/>
            <a:cxnLst/>
            <a:rect l="l" t="t" r="r" b="b"/>
            <a:pathLst>
              <a:path h="3441700">
                <a:moveTo>
                  <a:pt x="0" y="0"/>
                </a:moveTo>
                <a:lnTo>
                  <a:pt x="0" y="34417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670050" y="1981200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1670050" y="5410200"/>
            <a:ext cx="5727700" cy="0"/>
          </a:xfrm>
          <a:custGeom>
            <a:avLst/>
            <a:gdLst/>
            <a:ahLst/>
            <a:cxnLst/>
            <a:rect l="l" t="t" r="r" b="b"/>
            <a:pathLst>
              <a:path w="5727700">
                <a:moveTo>
                  <a:pt x="0" y="0"/>
                </a:moveTo>
                <a:lnTo>
                  <a:pt x="572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0" y="67945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9143999" y="0"/>
                </a:moveTo>
                <a:lnTo>
                  <a:pt x="0" y="0"/>
                </a:lnTo>
              </a:path>
              <a:path w="9144000">
                <a:moveTo>
                  <a:pt x="0" y="1"/>
                </a:moveTo>
                <a:lnTo>
                  <a:pt x="9143999" y="0"/>
                </a:lnTo>
              </a:path>
            </a:pathLst>
          </a:custGeom>
          <a:ln w="88900">
            <a:solidFill>
              <a:srgbClr val="D1262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1676400" y="1981200"/>
            <a:ext cx="3657600" cy="2861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96999" marR="1596959" algn="ctr">
              <a:lnSpc>
                <a:spcPct val="101725"/>
              </a:lnSpc>
              <a:spcBef>
                <a:spcPts val="55"/>
              </a:spcBef>
            </a:pPr>
            <a:r>
              <a:rPr sz="700" b="1" spc="0" dirty="0" smtClean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700" b="1" spc="4" dirty="0" smtClean="0">
                <a:solidFill>
                  <a:srgbClr val="FFFFFF"/>
                </a:solidFill>
                <a:latin typeface="Calibri"/>
                <a:cs typeface="Calibri"/>
              </a:rPr>
              <a:t>ara</a:t>
            </a:r>
            <a:r>
              <a:rPr sz="700" b="1" spc="0" dirty="0" smtClean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700" b="1" spc="-4" dirty="0" smtClean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700" b="1" spc="0" dirty="0" smtClean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700" b="1" spc="-4" dirty="0" smtClean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700" b="1" spc="4" dirty="0" smtClean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700" b="1" spc="0" dirty="0" smtClean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334000" y="1981200"/>
            <a:ext cx="762000" cy="2861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34441">
              <a:lnSpc>
                <a:spcPct val="101725"/>
              </a:lnSpc>
              <a:spcBef>
                <a:spcPts val="55"/>
              </a:spcBef>
            </a:pPr>
            <a:r>
              <a:rPr sz="700" b="1" spc="-4" dirty="0" smtClean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700" b="1" spc="0" dirty="0" smtClean="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sz="700" b="1" spc="-4" dirty="0" smtClean="0">
                <a:solidFill>
                  <a:srgbClr val="FFFFFF"/>
                </a:solidFill>
                <a:latin typeface="Calibri"/>
                <a:cs typeface="Calibri"/>
              </a:rPr>
              <a:t>ui</a:t>
            </a:r>
            <a:r>
              <a:rPr sz="700" b="1" spc="0" dirty="0" smtClean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700" b="1" spc="-4" dirty="0" smtClean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700" b="1" spc="0" dirty="0" smtClean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096000" y="1981200"/>
            <a:ext cx="685800" cy="2861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4778" marR="223174" indent="0" algn="ctr">
              <a:lnSpc>
                <a:spcPts val="854"/>
              </a:lnSpc>
              <a:spcBef>
                <a:spcPts val="55"/>
              </a:spcBef>
            </a:pPr>
            <a:r>
              <a:rPr sz="700" b="1" spc="0" dirty="0" smtClean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700" b="1" spc="4" dirty="0" smtClean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700" b="1" spc="-4" dirty="0" smtClean="0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r>
              <a:rPr sz="700" b="1" spc="0" dirty="0" smtClean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endParaRPr sz="700">
              <a:latin typeface="Calibri"/>
              <a:cs typeface="Calibri"/>
            </a:endParaRPr>
          </a:p>
          <a:p>
            <a:pPr marL="224778" marR="223174" algn="ctr">
              <a:lnSpc>
                <a:spcPts val="854"/>
              </a:lnSpc>
              <a:spcBef>
                <a:spcPts val="117"/>
              </a:spcBef>
            </a:pPr>
            <a:r>
              <a:rPr sz="700" b="1" spc="-4" dirty="0" smtClean="0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r>
              <a:rPr sz="700" b="1" spc="0" dirty="0" smtClean="0">
                <a:solidFill>
                  <a:srgbClr val="FFFFFF"/>
                </a:solidFill>
                <a:latin typeface="Calibri"/>
                <a:cs typeface="Calibri"/>
              </a:rPr>
              <a:t>Gi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81800" y="1981200"/>
            <a:ext cx="609600" cy="2861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1650" marR="200773" algn="ctr">
              <a:lnSpc>
                <a:spcPct val="101725"/>
              </a:lnSpc>
              <a:spcBef>
                <a:spcPts val="55"/>
              </a:spcBef>
            </a:pPr>
            <a:r>
              <a:rPr sz="700" b="1" spc="4" dirty="0" smtClean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700" b="1" spc="0" dirty="0" smtClean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700" b="1" spc="-4" dirty="0" smtClean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700" b="1" spc="0" dirty="0" smtClean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676400" y="2267330"/>
            <a:ext cx="3657600" cy="1844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55"/>
              </a:spcBef>
            </a:pPr>
            <a:r>
              <a:rPr sz="700" b="1" spc="0" dirty="0" smtClean="0">
                <a:latin typeface="Calibri"/>
                <a:cs typeface="Calibri"/>
              </a:rPr>
              <a:t>C</a:t>
            </a:r>
            <a:r>
              <a:rPr sz="700" b="1" spc="-4" dirty="0" smtClean="0">
                <a:latin typeface="Calibri"/>
                <a:cs typeface="Calibri"/>
              </a:rPr>
              <a:t>o</a:t>
            </a: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-8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Spe</a:t>
            </a:r>
            <a:r>
              <a:rPr sz="700" b="1" spc="0" dirty="0" smtClean="0">
                <a:latin typeface="Calibri"/>
                <a:cs typeface="Calibri"/>
              </a:rPr>
              <a:t>c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334000" y="2267330"/>
            <a:ext cx="762000" cy="1844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4932" marR="344991" algn="ctr">
              <a:lnSpc>
                <a:spcPct val="95825"/>
              </a:lnSpc>
              <a:spcBef>
                <a:spcPts val="15"/>
              </a:spcBef>
            </a:pPr>
            <a:r>
              <a:rPr sz="1000" spc="0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0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096000" y="2267330"/>
            <a:ext cx="685800" cy="1844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0792" marR="342931" algn="ctr">
              <a:lnSpc>
                <a:spcPct val="95825"/>
              </a:lnSpc>
              <a:spcBef>
                <a:spcPts val="15"/>
              </a:spcBef>
            </a:pPr>
            <a:r>
              <a:rPr sz="1000" spc="0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0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781800" y="2267330"/>
            <a:ext cx="609600" cy="1844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6992" marR="190531" algn="ctr">
              <a:lnSpc>
                <a:spcPct val="95825"/>
              </a:lnSpc>
              <a:spcBef>
                <a:spcPts val="15"/>
              </a:spcBef>
            </a:pPr>
            <a:r>
              <a:rPr sz="1000" spc="0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0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676400" y="2451735"/>
            <a:ext cx="36576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55"/>
              </a:spcBef>
            </a:pP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0" dirty="0" smtClean="0">
                <a:latin typeface="Calibri"/>
                <a:cs typeface="Calibri"/>
              </a:rPr>
              <a:t>em</a:t>
            </a:r>
            <a:r>
              <a:rPr sz="700" b="1" spc="-4" dirty="0" smtClean="0">
                <a:latin typeface="Calibri"/>
                <a:cs typeface="Calibri"/>
              </a:rPr>
              <a:t>o</a:t>
            </a:r>
            <a:r>
              <a:rPr sz="700" b="1" spc="0" dirty="0" smtClean="0">
                <a:latin typeface="Calibri"/>
                <a:cs typeface="Calibri"/>
              </a:rPr>
              <a:t>te</a:t>
            </a:r>
            <a:r>
              <a:rPr sz="700" b="1" spc="-2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S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-4" dirty="0" smtClean="0">
                <a:latin typeface="Calibri"/>
                <a:cs typeface="Calibri"/>
              </a:rPr>
              <a:t>vic</a:t>
            </a:r>
            <a:r>
              <a:rPr sz="700" b="1" spc="0" dirty="0" smtClean="0">
                <a:latin typeface="Calibri"/>
                <a:cs typeface="Calibri"/>
              </a:rPr>
              <a:t>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334000" y="2451735"/>
            <a:ext cx="7620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4934" marR="344989" algn="ctr">
              <a:lnSpc>
                <a:spcPts val="915"/>
              </a:lnSpc>
              <a:spcBef>
                <a:spcPts val="45"/>
              </a:spcBef>
            </a:pPr>
            <a:r>
              <a:rPr sz="1500" spc="0" baseline="2898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0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096000" y="2451735"/>
            <a:ext cx="6858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0794" marR="342929" algn="ctr">
              <a:lnSpc>
                <a:spcPts val="915"/>
              </a:lnSpc>
              <a:spcBef>
                <a:spcPts val="45"/>
              </a:spcBef>
            </a:pPr>
            <a:r>
              <a:rPr sz="1500" spc="0" baseline="2898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781800" y="2451735"/>
            <a:ext cx="6096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6935" marR="190469" algn="ctr">
              <a:lnSpc>
                <a:spcPts val="915"/>
              </a:lnSpc>
              <a:spcBef>
                <a:spcPts val="45"/>
              </a:spcBef>
            </a:pPr>
            <a:r>
              <a:rPr sz="1500" spc="0" baseline="2898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0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676400" y="2680335"/>
            <a:ext cx="36576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55"/>
              </a:spcBef>
            </a:pPr>
            <a:r>
              <a:rPr sz="700" b="1" spc="4" dirty="0" smtClean="0">
                <a:latin typeface="Calibri"/>
                <a:cs typeface="Calibri"/>
              </a:rPr>
              <a:t>L</a:t>
            </a:r>
            <a:r>
              <a:rPr sz="700" b="1" spc="-4" dirty="0" smtClean="0">
                <a:latin typeface="Calibri"/>
                <a:cs typeface="Calibri"/>
              </a:rPr>
              <a:t>o</a:t>
            </a:r>
            <a:r>
              <a:rPr sz="700" b="1" spc="0" dirty="0" smtClean="0">
                <a:latin typeface="Calibri"/>
                <a:cs typeface="Calibri"/>
              </a:rPr>
              <a:t>g</a:t>
            </a:r>
            <a:r>
              <a:rPr sz="700" b="1" spc="4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S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-4" dirty="0" smtClean="0">
                <a:latin typeface="Calibri"/>
                <a:cs typeface="Calibri"/>
              </a:rPr>
              <a:t>vic</a:t>
            </a:r>
            <a:r>
              <a:rPr sz="700" b="1" spc="0" dirty="0" smtClean="0">
                <a:latin typeface="Calibri"/>
                <a:cs typeface="Calibri"/>
              </a:rPr>
              <a:t>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334000" y="2680335"/>
            <a:ext cx="7620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4937" marR="344986" algn="ctr">
              <a:lnSpc>
                <a:spcPct val="95825"/>
              </a:lnSpc>
              <a:spcBef>
                <a:spcPts val="365"/>
              </a:spcBef>
            </a:pPr>
            <a:r>
              <a:rPr sz="1000" spc="0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0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096000" y="2680335"/>
            <a:ext cx="6858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0797" marR="342926" algn="ctr">
              <a:lnSpc>
                <a:spcPct val="95825"/>
              </a:lnSpc>
              <a:spcBef>
                <a:spcPts val="365"/>
              </a:spcBef>
            </a:pPr>
            <a:r>
              <a:rPr sz="1000" spc="0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781800" y="2680335"/>
            <a:ext cx="6096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4236" marR="187766" algn="ctr">
              <a:lnSpc>
                <a:spcPct val="95825"/>
              </a:lnSpc>
              <a:spcBef>
                <a:spcPts val="365"/>
              </a:spcBef>
            </a:pPr>
            <a:r>
              <a:rPr sz="1000" spc="0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676400" y="2908935"/>
            <a:ext cx="36576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55"/>
              </a:spcBef>
            </a:pPr>
            <a:r>
              <a:rPr sz="700" b="1" spc="4" dirty="0" smtClean="0">
                <a:latin typeface="Calibri"/>
                <a:cs typeface="Calibri"/>
              </a:rPr>
              <a:t>H</a:t>
            </a:r>
            <a:r>
              <a:rPr sz="700" b="1" spc="0" dirty="0" smtClean="0">
                <a:latin typeface="Calibri"/>
                <a:cs typeface="Calibri"/>
              </a:rPr>
              <a:t>ttp</a:t>
            </a:r>
            <a:r>
              <a:rPr sz="700" b="1" spc="-17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S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-4" dirty="0" smtClean="0">
                <a:latin typeface="Calibri"/>
                <a:cs typeface="Calibri"/>
              </a:rPr>
              <a:t>vic</a:t>
            </a:r>
            <a:r>
              <a:rPr sz="700" b="1" spc="0" dirty="0" smtClean="0">
                <a:latin typeface="Calibri"/>
                <a:cs typeface="Calibri"/>
              </a:rPr>
              <a:t>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334000" y="2908935"/>
            <a:ext cx="7620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4939" marR="344984" algn="ctr">
              <a:lnSpc>
                <a:spcPts val="915"/>
              </a:lnSpc>
              <a:spcBef>
                <a:spcPts val="45"/>
              </a:spcBef>
            </a:pPr>
            <a:r>
              <a:rPr sz="1500" spc="0" baseline="2898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0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096000" y="2908935"/>
            <a:ext cx="6858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0799" marR="342924" algn="ctr">
              <a:lnSpc>
                <a:spcPts val="915"/>
              </a:lnSpc>
              <a:spcBef>
                <a:spcPts val="45"/>
              </a:spcBef>
            </a:pPr>
            <a:r>
              <a:rPr sz="1500" spc="0" baseline="2898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0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781800" y="2908935"/>
            <a:ext cx="6096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6940" marR="190464" algn="ctr">
              <a:lnSpc>
                <a:spcPts val="915"/>
              </a:lnSpc>
              <a:spcBef>
                <a:spcPts val="45"/>
              </a:spcBef>
            </a:pPr>
            <a:r>
              <a:rPr sz="1500" spc="0" baseline="2898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000">
              <a:latin typeface="Arial"/>
              <a:cs typeface="Arial"/>
            </a:endParaRPr>
          </a:p>
          <a:p>
            <a:pPr marL="296049" marR="181806" algn="ctr">
              <a:lnSpc>
                <a:spcPts val="885"/>
              </a:lnSpc>
            </a:pPr>
            <a:r>
              <a:rPr sz="1650" spc="0" baseline="-15811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676400" y="3137535"/>
            <a:ext cx="36576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55"/>
              </a:spcBef>
            </a:pPr>
            <a:r>
              <a:rPr sz="700" b="1" spc="4" dirty="0" smtClean="0">
                <a:latin typeface="Calibri"/>
                <a:cs typeface="Calibri"/>
              </a:rPr>
              <a:t>C</a:t>
            </a:r>
            <a:r>
              <a:rPr sz="700" b="1" spc="-4" dirty="0" smtClean="0">
                <a:latin typeface="Calibri"/>
                <a:cs typeface="Calibri"/>
              </a:rPr>
              <a:t>o</a:t>
            </a:r>
            <a:r>
              <a:rPr sz="700" b="1" spc="0" dirty="0" smtClean="0">
                <a:latin typeface="Calibri"/>
                <a:cs typeface="Calibri"/>
              </a:rPr>
              <a:t>n</a:t>
            </a:r>
            <a:r>
              <a:rPr sz="700" b="1" spc="-4" dirty="0" smtClean="0">
                <a:latin typeface="Calibri"/>
                <a:cs typeface="Calibri"/>
              </a:rPr>
              <a:t>fi</a:t>
            </a:r>
            <a:r>
              <a:rPr sz="700" b="1" spc="4" dirty="0" smtClean="0">
                <a:latin typeface="Calibri"/>
                <a:cs typeface="Calibri"/>
              </a:rPr>
              <a:t>g</a:t>
            </a:r>
            <a:r>
              <a:rPr sz="700" b="1" spc="0" dirty="0" smtClean="0">
                <a:latin typeface="Calibri"/>
                <a:cs typeface="Calibri"/>
              </a:rPr>
              <a:t>u</a:t>
            </a:r>
            <a:r>
              <a:rPr sz="700" b="1" spc="4" dirty="0" smtClean="0">
                <a:latin typeface="Calibri"/>
                <a:cs typeface="Calibri"/>
              </a:rPr>
              <a:t>ra</a:t>
            </a:r>
            <a:r>
              <a:rPr sz="700" b="1" spc="0" dirty="0" smtClean="0">
                <a:latin typeface="Calibri"/>
                <a:cs typeface="Calibri"/>
              </a:rPr>
              <a:t>t</a:t>
            </a:r>
            <a:r>
              <a:rPr sz="700" b="1" spc="-4" dirty="0" smtClean="0">
                <a:latin typeface="Calibri"/>
                <a:cs typeface="Calibri"/>
              </a:rPr>
              <a:t>io</a:t>
            </a:r>
            <a:r>
              <a:rPr sz="700" b="1" spc="0" dirty="0" smtClean="0">
                <a:latin typeface="Calibri"/>
                <a:cs typeface="Calibri"/>
              </a:rPr>
              <a:t>n</a:t>
            </a:r>
            <a:r>
              <a:rPr sz="700" b="1" spc="5" dirty="0" smtClean="0">
                <a:latin typeface="Calibri"/>
                <a:cs typeface="Calibri"/>
              </a:rPr>
              <a:t> </a:t>
            </a:r>
            <a:r>
              <a:rPr sz="700" b="1" spc="0" dirty="0" smtClean="0">
                <a:latin typeface="Calibri"/>
                <a:cs typeface="Calibri"/>
              </a:rPr>
              <a:t>A</a:t>
            </a:r>
            <a:r>
              <a:rPr sz="700" b="1" spc="-4" dirty="0" smtClean="0">
                <a:latin typeface="Calibri"/>
                <a:cs typeface="Calibri"/>
              </a:rPr>
              <a:t>d</a:t>
            </a:r>
            <a:r>
              <a:rPr sz="700" b="1" spc="0" dirty="0" smtClean="0">
                <a:latin typeface="Calibri"/>
                <a:cs typeface="Calibri"/>
              </a:rPr>
              <a:t>m</a:t>
            </a:r>
            <a:r>
              <a:rPr sz="700" b="1" spc="-4" dirty="0" smtClean="0">
                <a:latin typeface="Calibri"/>
                <a:cs typeface="Calibri"/>
              </a:rPr>
              <a:t>i</a:t>
            </a:r>
            <a:r>
              <a:rPr sz="700" b="1" spc="0" dirty="0" smtClean="0"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334000" y="3137535"/>
            <a:ext cx="7620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4942" marR="344981" algn="ctr">
              <a:lnSpc>
                <a:spcPts val="865"/>
              </a:lnSpc>
              <a:spcBef>
                <a:spcPts val="43"/>
              </a:spcBef>
            </a:pPr>
            <a:r>
              <a:rPr sz="1500" spc="0" baseline="2898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96000" y="3137535"/>
            <a:ext cx="6858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4044" marR="325303" algn="ctr">
              <a:lnSpc>
                <a:spcPts val="944"/>
              </a:lnSpc>
              <a:spcBef>
                <a:spcPts val="47"/>
              </a:spcBef>
            </a:pPr>
            <a:r>
              <a:rPr sz="1800" spc="0" baseline="2415" dirty="0" smtClean="0">
                <a:solidFill>
                  <a:srgbClr val="178C17"/>
                </a:solidFill>
                <a:latin typeface="Times New Roman"/>
                <a:cs typeface="Times New Roman"/>
              </a:rPr>
              <a:t>./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81800" y="3137535"/>
            <a:ext cx="6096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4" name="object 54"/>
          <p:cNvSpPr txBox="1"/>
          <p:nvPr/>
        </p:nvSpPr>
        <p:spPr>
          <a:xfrm>
            <a:off x="1676400" y="3289935"/>
            <a:ext cx="36576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55"/>
              </a:spcBef>
            </a:pPr>
            <a:r>
              <a:rPr sz="700" b="1" spc="-4" dirty="0" smtClean="0">
                <a:latin typeface="Calibri"/>
                <a:cs typeface="Calibri"/>
              </a:rPr>
              <a:t>Ev</a:t>
            </a:r>
            <a:r>
              <a:rPr sz="700" b="1" spc="0" dirty="0" smtClean="0">
                <a:latin typeface="Calibri"/>
                <a:cs typeface="Calibri"/>
              </a:rPr>
              <a:t>ent</a:t>
            </a:r>
            <a:r>
              <a:rPr sz="700" b="1" spc="-11" dirty="0" smtClean="0">
                <a:latin typeface="Calibri"/>
                <a:cs typeface="Calibri"/>
              </a:rPr>
              <a:t> </a:t>
            </a:r>
            <a:r>
              <a:rPr sz="700" b="1" spc="0" dirty="0" smtClean="0">
                <a:latin typeface="Calibri"/>
                <a:cs typeface="Calibri"/>
              </a:rPr>
              <a:t>A</a:t>
            </a:r>
            <a:r>
              <a:rPr sz="700" b="1" spc="-4" dirty="0" smtClean="0">
                <a:latin typeface="Calibri"/>
                <a:cs typeface="Calibri"/>
              </a:rPr>
              <a:t>d</a:t>
            </a:r>
            <a:r>
              <a:rPr sz="700" b="1" spc="0" dirty="0" smtClean="0">
                <a:latin typeface="Calibri"/>
                <a:cs typeface="Calibri"/>
              </a:rPr>
              <a:t>m</a:t>
            </a:r>
            <a:r>
              <a:rPr sz="700" b="1" spc="-4" dirty="0" smtClean="0">
                <a:latin typeface="Calibri"/>
                <a:cs typeface="Calibri"/>
              </a:rPr>
              <a:t>i</a:t>
            </a:r>
            <a:r>
              <a:rPr sz="700" b="1" spc="0" dirty="0" smtClean="0"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34000" y="3289935"/>
            <a:ext cx="7620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3992" marR="336263" algn="ctr">
              <a:lnSpc>
                <a:spcPts val="890"/>
              </a:lnSpc>
              <a:spcBef>
                <a:spcPts val="44"/>
              </a:spcBef>
            </a:pPr>
            <a:r>
              <a:rPr sz="1650" spc="0" baseline="2635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096000" y="3289935"/>
            <a:ext cx="6858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5732" marR="338323" algn="ctr">
              <a:lnSpc>
                <a:spcPts val="919"/>
              </a:lnSpc>
              <a:spcBef>
                <a:spcPts val="46"/>
              </a:spcBef>
            </a:pPr>
            <a:r>
              <a:rPr sz="1650" spc="0" baseline="2635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781800" y="3289935"/>
            <a:ext cx="6096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1590" marR="185581" algn="ctr">
              <a:lnSpc>
                <a:spcPts val="919"/>
              </a:lnSpc>
              <a:spcBef>
                <a:spcPts val="46"/>
              </a:spcBef>
            </a:pPr>
            <a:r>
              <a:rPr sz="1650" spc="0" baseline="2635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676400" y="3442335"/>
            <a:ext cx="36576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60"/>
              </a:spcBef>
            </a:pPr>
            <a:r>
              <a:rPr sz="700" b="1" spc="0" dirty="0" smtClean="0">
                <a:latin typeface="Calibri"/>
                <a:cs typeface="Calibri"/>
              </a:rPr>
              <a:t>Mo</a:t>
            </a:r>
            <a:r>
              <a:rPr sz="700" b="1" spc="-4" dirty="0" smtClean="0">
                <a:latin typeface="Calibri"/>
                <a:cs typeface="Calibri"/>
              </a:rPr>
              <a:t>ni</a:t>
            </a:r>
            <a:r>
              <a:rPr sz="700" b="1" spc="0" dirty="0" smtClean="0">
                <a:latin typeface="Calibri"/>
                <a:cs typeface="Calibri"/>
              </a:rPr>
              <a:t>t</a:t>
            </a:r>
            <a:r>
              <a:rPr sz="700" b="1" spc="-4" dirty="0" smtClean="0">
                <a:latin typeface="Calibri"/>
                <a:cs typeface="Calibri"/>
              </a:rPr>
              <a:t>o</a:t>
            </a:r>
            <a:r>
              <a:rPr sz="700" b="1" spc="0" dirty="0" smtClean="0">
                <a:latin typeface="Calibri"/>
                <a:cs typeface="Calibri"/>
              </a:rPr>
              <a:t>r</a:t>
            </a:r>
            <a:r>
              <a:rPr sz="700" b="1" spc="2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Admi</a:t>
            </a:r>
            <a:r>
              <a:rPr sz="700" b="1" spc="0" dirty="0" smtClean="0"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334000" y="3442335"/>
            <a:ext cx="7620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8922" marR="313166" algn="ctr">
              <a:lnSpc>
                <a:spcPct val="95825"/>
              </a:lnSpc>
              <a:spcBef>
                <a:spcPts val="180"/>
              </a:spcBef>
            </a:pPr>
            <a:r>
              <a:rPr sz="1200" spc="0" dirty="0" smtClean="0">
                <a:solidFill>
                  <a:srgbClr val="C64238"/>
                </a:solidFill>
                <a:latin typeface="Times New Roman"/>
                <a:cs typeface="Times New Roman"/>
              </a:rPr>
              <a:t>)(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096000" y="3442335"/>
            <a:ext cx="6858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4782" marR="334271" algn="ctr">
              <a:lnSpc>
                <a:spcPct val="95825"/>
              </a:lnSpc>
              <a:spcBef>
                <a:spcPts val="180"/>
              </a:spcBef>
            </a:pPr>
            <a:r>
              <a:rPr sz="1200" spc="0" dirty="0" smtClean="0">
                <a:solidFill>
                  <a:srgbClr val="178C17"/>
                </a:solidFill>
                <a:latin typeface="Times New Roman"/>
                <a:cs typeface="Times New Roman"/>
              </a:rPr>
              <a:t>./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81800" y="3442335"/>
            <a:ext cx="6096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9712" marR="183699" algn="ctr">
              <a:lnSpc>
                <a:spcPct val="95825"/>
              </a:lnSpc>
              <a:spcBef>
                <a:spcPts val="270"/>
              </a:spcBef>
            </a:pPr>
            <a:r>
              <a:rPr sz="1100" spc="0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676400" y="3670935"/>
            <a:ext cx="3657600" cy="2152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60"/>
              </a:spcBef>
            </a:pPr>
            <a:r>
              <a:rPr sz="700" b="1" spc="-4" dirty="0" smtClean="0">
                <a:latin typeface="Calibri"/>
                <a:cs typeface="Calibri"/>
              </a:rPr>
              <a:t>I</a:t>
            </a:r>
            <a:r>
              <a:rPr sz="700" b="1" spc="0" dirty="0" smtClean="0">
                <a:latin typeface="Calibri"/>
                <a:cs typeface="Calibri"/>
              </a:rPr>
              <a:t>O</a:t>
            </a:r>
            <a:r>
              <a:rPr sz="700" b="1" spc="13" dirty="0" smtClean="0">
                <a:latin typeface="Calibri"/>
                <a:cs typeface="Calibri"/>
              </a:rPr>
              <a:t> </a:t>
            </a:r>
            <a:r>
              <a:rPr sz="700" b="1" spc="4" dirty="0" smtClean="0">
                <a:latin typeface="Calibri"/>
                <a:cs typeface="Calibri"/>
              </a:rPr>
              <a:t>C</a:t>
            </a:r>
            <a:r>
              <a:rPr sz="700" b="1" spc="-4" dirty="0" smtClean="0">
                <a:latin typeface="Calibri"/>
                <a:cs typeface="Calibri"/>
              </a:rPr>
              <a:t>o</a:t>
            </a:r>
            <a:r>
              <a:rPr sz="700" b="1" spc="0" dirty="0" smtClean="0">
                <a:latin typeface="Calibri"/>
                <a:cs typeface="Calibri"/>
              </a:rPr>
              <a:t>n</a:t>
            </a:r>
            <a:r>
              <a:rPr sz="700" b="1" spc="-4" dirty="0" smtClean="0">
                <a:latin typeface="Calibri"/>
                <a:cs typeface="Calibri"/>
              </a:rPr>
              <a:t>n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-4" dirty="0" smtClean="0">
                <a:latin typeface="Calibri"/>
                <a:cs typeface="Calibri"/>
              </a:rPr>
              <a:t>c</a:t>
            </a:r>
            <a:r>
              <a:rPr sz="700" b="1" spc="0" dirty="0" smtClean="0">
                <a:latin typeface="Calibri"/>
                <a:cs typeface="Calibri"/>
              </a:rPr>
              <a:t>t</a:t>
            </a:r>
            <a:r>
              <a:rPr sz="700" b="1" spc="-4" dirty="0" smtClean="0">
                <a:latin typeface="Calibri"/>
                <a:cs typeface="Calibri"/>
              </a:rPr>
              <a:t>o</a:t>
            </a:r>
            <a:r>
              <a:rPr sz="700" b="1" spc="0" dirty="0" smtClean="0">
                <a:latin typeface="Calibri"/>
                <a:cs typeface="Calibri"/>
              </a:rPr>
              <a:t>r</a:t>
            </a:r>
            <a:r>
              <a:rPr sz="700" b="1" spc="-15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S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-4" dirty="0" smtClean="0">
                <a:latin typeface="Calibri"/>
                <a:cs typeface="Calibri"/>
              </a:rPr>
              <a:t>vic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334000" y="3670935"/>
            <a:ext cx="762000" cy="2152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9877" marR="340378" algn="ctr">
              <a:lnSpc>
                <a:spcPct val="95825"/>
              </a:lnSpc>
              <a:spcBef>
                <a:spcPts val="220"/>
              </a:spcBef>
            </a:pPr>
            <a:r>
              <a:rPr sz="1100" spc="0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096000" y="3670935"/>
            <a:ext cx="685800" cy="2152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5737" marR="338318" algn="ctr">
              <a:lnSpc>
                <a:spcPct val="95825"/>
              </a:lnSpc>
              <a:spcBef>
                <a:spcPts val="254"/>
              </a:spcBef>
            </a:pPr>
            <a:r>
              <a:rPr sz="1100" spc="0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781800" y="3670935"/>
            <a:ext cx="609600" cy="2152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06876">
              <a:lnSpc>
                <a:spcPct val="95825"/>
              </a:lnSpc>
              <a:spcBef>
                <a:spcPts val="165"/>
              </a:spcBef>
            </a:pPr>
            <a:r>
              <a:rPr sz="1200" spc="0" dirty="0" smtClean="0">
                <a:solidFill>
                  <a:srgbClr val="C64238"/>
                </a:solidFill>
                <a:latin typeface="Times New Roman"/>
                <a:cs typeface="Times New Roman"/>
              </a:rPr>
              <a:t>)(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76400" y="3886200"/>
            <a:ext cx="36576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60"/>
              </a:spcBef>
            </a:pPr>
            <a:r>
              <a:rPr sz="700" b="1" spc="4" dirty="0" smtClean="0">
                <a:latin typeface="Calibri"/>
                <a:cs typeface="Calibri"/>
              </a:rPr>
              <a:t>B</a:t>
            </a:r>
            <a:r>
              <a:rPr sz="700" b="1" spc="-4" dirty="0" smtClean="0">
                <a:latin typeface="Calibri"/>
                <a:cs typeface="Calibri"/>
              </a:rPr>
              <a:t>l</a:t>
            </a:r>
            <a:r>
              <a:rPr sz="700" b="1" spc="0" dirty="0" smtClean="0">
                <a:latin typeface="Calibri"/>
                <a:cs typeface="Calibri"/>
              </a:rPr>
              <a:t>u</a:t>
            </a:r>
            <a:r>
              <a:rPr sz="700" b="1" spc="-4" dirty="0" smtClean="0">
                <a:latin typeface="Calibri"/>
                <a:cs typeface="Calibri"/>
              </a:rPr>
              <a:t>e</a:t>
            </a:r>
            <a:r>
              <a:rPr sz="700" b="1" spc="0" dirty="0" smtClean="0">
                <a:latin typeface="Calibri"/>
                <a:cs typeface="Calibri"/>
              </a:rPr>
              <a:t>p</a:t>
            </a: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-4" dirty="0" smtClean="0">
                <a:latin typeface="Calibri"/>
                <a:cs typeface="Calibri"/>
              </a:rPr>
              <a:t>i</a:t>
            </a:r>
            <a:r>
              <a:rPr sz="700" b="1" spc="0" dirty="0" smtClean="0">
                <a:latin typeface="Calibri"/>
                <a:cs typeface="Calibri"/>
              </a:rPr>
              <a:t>nt</a:t>
            </a:r>
            <a:r>
              <a:rPr sz="700" b="1" spc="-7" dirty="0" smtClean="0">
                <a:latin typeface="Calibri"/>
                <a:cs typeface="Calibri"/>
              </a:rPr>
              <a:t> </a:t>
            </a:r>
            <a:r>
              <a:rPr sz="700" b="1" spc="4" dirty="0" smtClean="0">
                <a:latin typeface="Calibri"/>
                <a:cs typeface="Calibri"/>
              </a:rPr>
              <a:t>C</a:t>
            </a:r>
            <a:r>
              <a:rPr sz="700" b="1" spc="-4" dirty="0" smtClean="0">
                <a:latin typeface="Calibri"/>
                <a:cs typeface="Calibri"/>
              </a:rPr>
              <a:t>o</a:t>
            </a:r>
            <a:r>
              <a:rPr sz="700" b="1" spc="0" dirty="0" smtClean="0">
                <a:latin typeface="Calibri"/>
                <a:cs typeface="Calibri"/>
              </a:rPr>
              <a:t>n</a:t>
            </a:r>
            <a:r>
              <a:rPr sz="700" b="1" spc="-4" dirty="0" smtClean="0">
                <a:latin typeface="Calibri"/>
                <a:cs typeface="Calibri"/>
              </a:rPr>
              <a:t>t</a:t>
            </a:r>
            <a:r>
              <a:rPr sz="700" b="1" spc="4" dirty="0" smtClean="0">
                <a:latin typeface="Calibri"/>
                <a:cs typeface="Calibri"/>
              </a:rPr>
              <a:t>a</a:t>
            </a:r>
            <a:r>
              <a:rPr sz="700" b="1" spc="-4" dirty="0" smtClean="0">
                <a:latin typeface="Calibri"/>
                <a:cs typeface="Calibri"/>
              </a:rPr>
              <a:t>i</a:t>
            </a:r>
            <a:r>
              <a:rPr sz="700" b="1" spc="0" dirty="0" smtClean="0">
                <a:latin typeface="Calibri"/>
                <a:cs typeface="Calibri"/>
              </a:rPr>
              <a:t>n</a:t>
            </a:r>
            <a:r>
              <a:rPr sz="700" b="1" spc="-4" dirty="0" smtClean="0">
                <a:latin typeface="Calibri"/>
                <a:cs typeface="Calibri"/>
              </a:rPr>
              <a:t>e</a:t>
            </a:r>
            <a:r>
              <a:rPr sz="700" b="1" spc="0" dirty="0" smtClean="0">
                <a:latin typeface="Calibri"/>
                <a:cs typeface="Calibri"/>
              </a:rPr>
              <a:t>r</a:t>
            </a:r>
            <a:r>
              <a:rPr sz="700" b="1" spc="-3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I</a:t>
            </a:r>
            <a:r>
              <a:rPr sz="700" b="1" spc="0" dirty="0" smtClean="0">
                <a:latin typeface="Calibri"/>
                <a:cs typeface="Calibri"/>
              </a:rPr>
              <a:t>n</a:t>
            </a:r>
            <a:r>
              <a:rPr sz="700" b="1" spc="-4" dirty="0" smtClean="0">
                <a:latin typeface="Calibri"/>
                <a:cs typeface="Calibri"/>
              </a:rPr>
              <a:t>t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4" dirty="0" smtClean="0">
                <a:latin typeface="Calibri"/>
                <a:cs typeface="Calibri"/>
              </a:rPr>
              <a:t>gra</a:t>
            </a:r>
            <a:r>
              <a:rPr sz="700" b="1" spc="0" dirty="0" smtClean="0">
                <a:latin typeface="Calibri"/>
                <a:cs typeface="Calibri"/>
              </a:rPr>
              <a:t>t</a:t>
            </a:r>
            <a:r>
              <a:rPr sz="700" b="1" spc="-4" dirty="0" smtClean="0">
                <a:latin typeface="Calibri"/>
                <a:cs typeface="Calibri"/>
              </a:rPr>
              <a:t>io</a:t>
            </a:r>
            <a:r>
              <a:rPr sz="700" b="1" spc="0" dirty="0" smtClean="0"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334000" y="3886200"/>
            <a:ext cx="7620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56" marR="327542" algn="ctr">
              <a:lnSpc>
                <a:spcPts val="1025"/>
              </a:lnSpc>
              <a:spcBef>
                <a:spcPts val="51"/>
              </a:spcBef>
            </a:pPr>
            <a:r>
              <a:rPr sz="1650" spc="0" baseline="2635" dirty="0" smtClean="0">
                <a:solidFill>
                  <a:srgbClr val="C64238"/>
                </a:solidFill>
                <a:latin typeface="Arial"/>
                <a:cs typeface="Arial"/>
              </a:rPr>
              <a:t>)(</a:t>
            </a:r>
            <a:endParaRPr sz="11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96000" y="3886200"/>
            <a:ext cx="6858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5734" marR="338321" algn="ctr">
              <a:lnSpc>
                <a:spcPts val="994"/>
              </a:lnSpc>
              <a:spcBef>
                <a:spcPts val="49"/>
              </a:spcBef>
            </a:pPr>
            <a:r>
              <a:rPr sz="1650" spc="0" baseline="2635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81800" y="3886200"/>
            <a:ext cx="6096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1625" marR="185612" algn="ctr">
              <a:lnSpc>
                <a:spcPts val="1025"/>
              </a:lnSpc>
              <a:spcBef>
                <a:spcPts val="51"/>
              </a:spcBef>
            </a:pPr>
            <a:r>
              <a:rPr sz="1650" spc="0" baseline="2635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76400" y="4038600"/>
            <a:ext cx="36576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60"/>
              </a:spcBef>
            </a:pPr>
            <a:r>
              <a:rPr sz="700" b="1" spc="4" dirty="0" smtClean="0">
                <a:latin typeface="Calibri"/>
                <a:cs typeface="Calibri"/>
              </a:rPr>
              <a:t>Tra</a:t>
            </a:r>
            <a:r>
              <a:rPr sz="700" b="1" spc="-4" dirty="0" smtClean="0">
                <a:latin typeface="Calibri"/>
                <a:cs typeface="Calibri"/>
              </a:rPr>
              <a:t>c</a:t>
            </a:r>
            <a:r>
              <a:rPr sz="700" b="1" spc="0" dirty="0" smtClean="0">
                <a:latin typeface="Calibri"/>
                <a:cs typeface="Calibri"/>
              </a:rPr>
              <a:t>ker</a:t>
            </a:r>
            <a:r>
              <a:rPr sz="700" b="1" spc="-11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S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-4" dirty="0" smtClean="0">
                <a:latin typeface="Calibri"/>
                <a:cs typeface="Calibri"/>
              </a:rPr>
              <a:t>vic</a:t>
            </a:r>
            <a:r>
              <a:rPr sz="700" b="1" spc="0" dirty="0" smtClean="0">
                <a:latin typeface="Calibri"/>
                <a:cs typeface="Calibri"/>
              </a:rPr>
              <a:t>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334000" y="4038600"/>
            <a:ext cx="7620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9877" marR="340378" algn="ctr">
              <a:lnSpc>
                <a:spcPts val="994"/>
              </a:lnSpc>
              <a:spcBef>
                <a:spcPts val="49"/>
              </a:spcBef>
            </a:pPr>
            <a:r>
              <a:rPr sz="1650" spc="0" baseline="2635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96000" y="4038600"/>
            <a:ext cx="6858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4784" marR="334269" algn="ctr">
              <a:lnSpc>
                <a:spcPts val="1050"/>
              </a:lnSpc>
              <a:spcBef>
                <a:spcPts val="52"/>
              </a:spcBef>
            </a:pPr>
            <a:r>
              <a:rPr sz="1800" spc="0" baseline="2415" dirty="0" smtClean="0">
                <a:solidFill>
                  <a:srgbClr val="178C17"/>
                </a:solidFill>
                <a:latin typeface="Times New Roman"/>
                <a:cs typeface="Times New Roman"/>
              </a:rPr>
              <a:t>./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81800" y="4038600"/>
            <a:ext cx="6096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0984" marR="184966" algn="ctr">
              <a:lnSpc>
                <a:spcPts val="1025"/>
              </a:lnSpc>
              <a:spcBef>
                <a:spcPts val="51"/>
              </a:spcBef>
            </a:pPr>
            <a:r>
              <a:rPr sz="1650" spc="0" baseline="2635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76400" y="4191000"/>
            <a:ext cx="36576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60"/>
              </a:spcBef>
            </a:pPr>
            <a:r>
              <a:rPr sz="700" b="1" spc="0" dirty="0" smtClean="0">
                <a:latin typeface="Calibri"/>
                <a:cs typeface="Calibri"/>
              </a:rPr>
              <a:t>X</a:t>
            </a:r>
            <a:r>
              <a:rPr sz="700" b="1" spc="4" dirty="0" smtClean="0">
                <a:latin typeface="Calibri"/>
                <a:cs typeface="Calibri"/>
              </a:rPr>
              <a:t>M</a:t>
            </a:r>
            <a:r>
              <a:rPr sz="700" b="1" spc="0" dirty="0" smtClean="0">
                <a:latin typeface="Calibri"/>
                <a:cs typeface="Calibri"/>
              </a:rPr>
              <a:t>L</a:t>
            </a:r>
            <a:r>
              <a:rPr sz="700" b="1" spc="1" dirty="0" smtClean="0">
                <a:latin typeface="Calibri"/>
                <a:cs typeface="Calibri"/>
              </a:rPr>
              <a:t> </a:t>
            </a:r>
            <a:r>
              <a:rPr sz="700" b="1" spc="0" dirty="0" smtClean="0">
                <a:latin typeface="Calibri"/>
                <a:cs typeface="Calibri"/>
              </a:rPr>
              <a:t>P</a:t>
            </a:r>
            <a:r>
              <a:rPr sz="700" b="1" spc="4" dirty="0" smtClean="0">
                <a:latin typeface="Calibri"/>
                <a:cs typeface="Calibri"/>
              </a:rPr>
              <a:t>ar</a:t>
            </a:r>
            <a:r>
              <a:rPr sz="700" b="1" spc="0" dirty="0" smtClean="0">
                <a:latin typeface="Calibri"/>
                <a:cs typeface="Calibri"/>
              </a:rPr>
              <a:t>s</a:t>
            </a:r>
            <a:r>
              <a:rPr sz="700" b="1" spc="-4" dirty="0" smtClean="0">
                <a:latin typeface="Calibri"/>
                <a:cs typeface="Calibri"/>
              </a:rPr>
              <a:t>e</a:t>
            </a:r>
            <a:r>
              <a:rPr sz="700" b="1" spc="0" dirty="0" smtClean="0">
                <a:latin typeface="Calibri"/>
                <a:cs typeface="Calibri"/>
              </a:rPr>
              <a:t>r</a:t>
            </a:r>
            <a:r>
              <a:rPr sz="700" b="1" spc="-3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S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-4" dirty="0" smtClean="0">
                <a:latin typeface="Calibri"/>
                <a:cs typeface="Calibri"/>
              </a:rPr>
              <a:t>vic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34000" y="4191000"/>
            <a:ext cx="7620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65" marR="327533" algn="ctr">
              <a:lnSpc>
                <a:spcPts val="1025"/>
              </a:lnSpc>
              <a:spcBef>
                <a:spcPts val="51"/>
              </a:spcBef>
            </a:pPr>
            <a:r>
              <a:rPr sz="1650" spc="0" baseline="2635" dirty="0" smtClean="0">
                <a:solidFill>
                  <a:srgbClr val="C64238"/>
                </a:solidFill>
                <a:latin typeface="Arial"/>
                <a:cs typeface="Arial"/>
              </a:rPr>
              <a:t>)(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96000" y="4191000"/>
            <a:ext cx="6858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5743" marR="338312" algn="ctr">
              <a:lnSpc>
                <a:spcPts val="994"/>
              </a:lnSpc>
              <a:spcBef>
                <a:spcPts val="49"/>
              </a:spcBef>
            </a:pPr>
            <a:r>
              <a:rPr sz="1650" spc="0" baseline="2635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81800" y="4191000"/>
            <a:ext cx="6096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06882">
              <a:lnSpc>
                <a:spcPts val="1050"/>
              </a:lnSpc>
              <a:spcBef>
                <a:spcPts val="52"/>
              </a:spcBef>
            </a:pPr>
            <a:r>
              <a:rPr sz="1800" spc="0" baseline="2415" dirty="0" smtClean="0">
                <a:solidFill>
                  <a:srgbClr val="C64238"/>
                </a:solidFill>
                <a:latin typeface="Times New Roman"/>
                <a:cs typeface="Times New Roman"/>
              </a:rPr>
              <a:t>)(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76400" y="4343400"/>
            <a:ext cx="3657600" cy="1226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60"/>
              </a:spcBef>
            </a:pP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0" dirty="0" smtClean="0">
                <a:latin typeface="Calibri"/>
                <a:cs typeface="Calibri"/>
              </a:rPr>
              <a:t>em</a:t>
            </a:r>
            <a:r>
              <a:rPr sz="700" b="1" spc="-4" dirty="0" smtClean="0">
                <a:latin typeface="Calibri"/>
                <a:cs typeface="Calibri"/>
              </a:rPr>
              <a:t>o</a:t>
            </a:r>
            <a:r>
              <a:rPr sz="700" b="1" spc="0" dirty="0" smtClean="0">
                <a:latin typeface="Calibri"/>
                <a:cs typeface="Calibri"/>
              </a:rPr>
              <a:t>te</a:t>
            </a:r>
            <a:r>
              <a:rPr sz="700" b="1" spc="-2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S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-4" dirty="0" smtClean="0">
                <a:latin typeface="Calibri"/>
                <a:cs typeface="Calibri"/>
              </a:rPr>
              <a:t>vic</a:t>
            </a:r>
            <a:r>
              <a:rPr sz="700" b="1" spc="0" dirty="0" smtClean="0">
                <a:latin typeface="Calibri"/>
                <a:cs typeface="Calibri"/>
              </a:rPr>
              <a:t>e A</a:t>
            </a:r>
            <a:r>
              <a:rPr sz="700" b="1" spc="-4" dirty="0" smtClean="0">
                <a:latin typeface="Calibri"/>
                <a:cs typeface="Calibri"/>
              </a:rPr>
              <a:t>d</a:t>
            </a:r>
            <a:r>
              <a:rPr sz="700" b="1" spc="0" dirty="0" smtClean="0">
                <a:latin typeface="Calibri"/>
                <a:cs typeface="Calibri"/>
              </a:rPr>
              <a:t>m</a:t>
            </a:r>
            <a:r>
              <a:rPr sz="700" b="1" spc="-4" dirty="0" smtClean="0">
                <a:latin typeface="Calibri"/>
                <a:cs typeface="Calibri"/>
              </a:rPr>
              <a:t>i</a:t>
            </a:r>
            <a:r>
              <a:rPr sz="700" b="1" spc="0" dirty="0" smtClean="0"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34000" y="4343400"/>
            <a:ext cx="762000" cy="1226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9877" marR="340378" algn="ctr">
              <a:lnSpc>
                <a:spcPts val="965"/>
              </a:lnSpc>
              <a:spcBef>
                <a:spcPts val="48"/>
              </a:spcBef>
            </a:pPr>
            <a:r>
              <a:rPr sz="1100" spc="0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96000" y="4343400"/>
            <a:ext cx="685800" cy="1226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4784" marR="334269" algn="ctr">
              <a:lnSpc>
                <a:spcPts val="965"/>
              </a:lnSpc>
              <a:spcBef>
                <a:spcPts val="48"/>
              </a:spcBef>
            </a:pPr>
            <a:r>
              <a:rPr sz="1200" spc="0" dirty="0" smtClean="0">
                <a:solidFill>
                  <a:srgbClr val="178C17"/>
                </a:solidFill>
                <a:latin typeface="Times New Roman"/>
                <a:cs typeface="Times New Roman"/>
              </a:rPr>
              <a:t>./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81800" y="4343400"/>
            <a:ext cx="609600" cy="1226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0984" marR="184966" algn="ctr">
              <a:lnSpc>
                <a:spcPts val="965"/>
              </a:lnSpc>
              <a:spcBef>
                <a:spcPts val="48"/>
              </a:spcBef>
            </a:pPr>
            <a:r>
              <a:rPr sz="1100" spc="0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76400" y="4466082"/>
            <a:ext cx="3657600" cy="1821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60"/>
              </a:spcBef>
            </a:pPr>
            <a:r>
              <a:rPr sz="700" b="1" spc="0" dirty="0" smtClean="0">
                <a:latin typeface="Calibri"/>
                <a:cs typeface="Calibri"/>
              </a:rPr>
              <a:t>J</a:t>
            </a:r>
            <a:r>
              <a:rPr sz="700" b="1" spc="4" dirty="0" smtClean="0">
                <a:latin typeface="Calibri"/>
                <a:cs typeface="Calibri"/>
              </a:rPr>
              <a:t>T</a:t>
            </a:r>
            <a:r>
              <a:rPr sz="700" b="1" spc="0" dirty="0" smtClean="0">
                <a:latin typeface="Calibri"/>
                <a:cs typeface="Calibri"/>
              </a:rPr>
              <a:t>A</a:t>
            </a:r>
            <a:r>
              <a:rPr sz="700" b="1" spc="9" dirty="0" smtClean="0">
                <a:latin typeface="Calibri"/>
                <a:cs typeface="Calibri"/>
              </a:rPr>
              <a:t> </a:t>
            </a:r>
            <a:r>
              <a:rPr sz="700" b="1" spc="4" dirty="0" smtClean="0">
                <a:latin typeface="Calibri"/>
                <a:cs typeface="Calibri"/>
              </a:rPr>
              <a:t>Tra</a:t>
            </a:r>
            <a:r>
              <a:rPr sz="700" b="1" spc="0" dirty="0" smtClean="0">
                <a:latin typeface="Calibri"/>
                <a:cs typeface="Calibri"/>
              </a:rPr>
              <a:t>n</a:t>
            </a:r>
            <a:r>
              <a:rPr sz="700" b="1" spc="-4" dirty="0" smtClean="0">
                <a:latin typeface="Calibri"/>
                <a:cs typeface="Calibri"/>
              </a:rPr>
              <a:t>s</a:t>
            </a:r>
            <a:r>
              <a:rPr sz="700" b="1" spc="4" dirty="0" smtClean="0">
                <a:latin typeface="Calibri"/>
                <a:cs typeface="Calibri"/>
              </a:rPr>
              <a:t>a</a:t>
            </a:r>
            <a:r>
              <a:rPr sz="700" b="1" spc="-4" dirty="0" smtClean="0">
                <a:latin typeface="Calibri"/>
                <a:cs typeface="Calibri"/>
              </a:rPr>
              <a:t>c</a:t>
            </a:r>
            <a:r>
              <a:rPr sz="700" b="1" spc="0" dirty="0" smtClean="0">
                <a:latin typeface="Calibri"/>
                <a:cs typeface="Calibri"/>
              </a:rPr>
              <a:t>t</a:t>
            </a:r>
            <a:r>
              <a:rPr sz="700" b="1" spc="-4" dirty="0" smtClean="0">
                <a:latin typeface="Calibri"/>
                <a:cs typeface="Calibri"/>
              </a:rPr>
              <a:t>io</a:t>
            </a:r>
            <a:r>
              <a:rPr sz="700" b="1" spc="0" dirty="0" smtClean="0">
                <a:latin typeface="Calibri"/>
                <a:cs typeface="Calibri"/>
              </a:rPr>
              <a:t>n</a:t>
            </a:r>
            <a:r>
              <a:rPr sz="700" b="1" spc="-13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S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-4" dirty="0" smtClean="0">
                <a:latin typeface="Calibri"/>
                <a:cs typeface="Calibri"/>
              </a:rPr>
              <a:t>vic</a:t>
            </a:r>
            <a:r>
              <a:rPr sz="700" b="1" spc="0" dirty="0" smtClean="0">
                <a:latin typeface="Calibri"/>
                <a:cs typeface="Calibri"/>
              </a:rPr>
              <a:t>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34000" y="4466082"/>
            <a:ext cx="762000" cy="1821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65" marR="327533" algn="ctr">
              <a:lnSpc>
                <a:spcPts val="1260"/>
              </a:lnSpc>
              <a:spcBef>
                <a:spcPts val="63"/>
              </a:spcBef>
            </a:pPr>
            <a:r>
              <a:rPr sz="1100" spc="0" dirty="0" smtClean="0">
                <a:solidFill>
                  <a:srgbClr val="C64238"/>
                </a:solidFill>
                <a:latin typeface="Arial"/>
                <a:cs typeface="Arial"/>
              </a:rPr>
              <a:t>)(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96000" y="4466082"/>
            <a:ext cx="685800" cy="1821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5743" marR="338312" algn="ctr">
              <a:lnSpc>
                <a:spcPts val="1225"/>
              </a:lnSpc>
              <a:spcBef>
                <a:spcPts val="61"/>
              </a:spcBef>
            </a:pPr>
            <a:r>
              <a:rPr sz="1100" spc="0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81800" y="4466082"/>
            <a:ext cx="609600" cy="1821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06882">
              <a:lnSpc>
                <a:spcPts val="1285"/>
              </a:lnSpc>
              <a:spcBef>
                <a:spcPts val="64"/>
              </a:spcBef>
            </a:pPr>
            <a:r>
              <a:rPr sz="1200" spc="0" dirty="0" smtClean="0">
                <a:solidFill>
                  <a:srgbClr val="C64238"/>
                </a:solidFill>
                <a:latin typeface="Times New Roman"/>
                <a:cs typeface="Times New Roman"/>
              </a:rPr>
              <a:t>)(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76400" y="4648200"/>
            <a:ext cx="36576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60"/>
              </a:spcBef>
            </a:pPr>
            <a:r>
              <a:rPr sz="700" b="1" spc="0" dirty="0" smtClean="0">
                <a:latin typeface="Calibri"/>
                <a:cs typeface="Calibri"/>
              </a:rPr>
              <a:t>J</a:t>
            </a:r>
            <a:r>
              <a:rPr sz="700" b="1" spc="4" dirty="0" smtClean="0">
                <a:latin typeface="Calibri"/>
                <a:cs typeface="Calibri"/>
              </a:rPr>
              <a:t>M</a:t>
            </a:r>
            <a:r>
              <a:rPr sz="700" b="1" spc="0" dirty="0" smtClean="0">
                <a:latin typeface="Calibri"/>
                <a:cs typeface="Calibri"/>
              </a:rPr>
              <a:t>X</a:t>
            </a:r>
            <a:r>
              <a:rPr sz="700" b="1" spc="7" dirty="0" smtClean="0">
                <a:latin typeface="Calibri"/>
                <a:cs typeface="Calibri"/>
              </a:rPr>
              <a:t> </a:t>
            </a:r>
            <a:r>
              <a:rPr sz="700" b="1" spc="4" dirty="0" smtClean="0">
                <a:latin typeface="Calibri"/>
                <a:cs typeface="Calibri"/>
              </a:rPr>
              <a:t>Ma</a:t>
            </a:r>
            <a:r>
              <a:rPr sz="700" b="1" spc="0" dirty="0" smtClean="0">
                <a:latin typeface="Calibri"/>
                <a:cs typeface="Calibri"/>
              </a:rPr>
              <a:t>na</a:t>
            </a:r>
            <a:r>
              <a:rPr sz="700" b="1" spc="4" dirty="0" smtClean="0">
                <a:latin typeface="Calibri"/>
                <a:cs typeface="Calibri"/>
              </a:rPr>
              <a:t>g</a:t>
            </a:r>
            <a:r>
              <a:rPr sz="700" b="1" spc="0" dirty="0" smtClean="0">
                <a:latin typeface="Calibri"/>
                <a:cs typeface="Calibri"/>
              </a:rPr>
              <a:t>em</a:t>
            </a:r>
            <a:r>
              <a:rPr sz="700" b="1" spc="-4" dirty="0" smtClean="0">
                <a:latin typeface="Calibri"/>
                <a:cs typeface="Calibri"/>
              </a:rPr>
              <a:t>e</a:t>
            </a:r>
            <a:r>
              <a:rPr sz="700" b="1" spc="0" dirty="0" smtClean="0">
                <a:latin typeface="Calibri"/>
                <a:cs typeface="Calibri"/>
              </a:rPr>
              <a:t>nt</a:t>
            </a:r>
            <a:r>
              <a:rPr sz="700" b="1" spc="-19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S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-4" dirty="0" smtClean="0">
                <a:latin typeface="Calibri"/>
                <a:cs typeface="Calibri"/>
              </a:rPr>
              <a:t>vic</a:t>
            </a:r>
            <a:r>
              <a:rPr sz="700" b="1" spc="0" dirty="0" smtClean="0">
                <a:latin typeface="Calibri"/>
                <a:cs typeface="Calibri"/>
              </a:rPr>
              <a:t>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34000" y="4648200"/>
            <a:ext cx="7620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62" marR="327535" algn="ctr">
              <a:lnSpc>
                <a:spcPts val="1025"/>
              </a:lnSpc>
              <a:spcBef>
                <a:spcPts val="51"/>
              </a:spcBef>
            </a:pPr>
            <a:r>
              <a:rPr sz="1650" spc="0" baseline="2635" dirty="0" smtClean="0">
                <a:solidFill>
                  <a:srgbClr val="C64238"/>
                </a:solidFill>
                <a:latin typeface="Arial"/>
                <a:cs typeface="Arial"/>
              </a:rPr>
              <a:t>)(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96000" y="4648200"/>
            <a:ext cx="6858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5741" marR="342591" algn="ctr">
              <a:lnSpc>
                <a:spcPts val="994"/>
              </a:lnSpc>
              <a:spcBef>
                <a:spcPts val="49"/>
              </a:spcBef>
            </a:pPr>
            <a:r>
              <a:rPr sz="1650" spc="0" baseline="2635" dirty="0" smtClean="0">
                <a:solidFill>
                  <a:srgbClr val="178C17"/>
                </a:solidFill>
                <a:latin typeface="Times New Roman"/>
                <a:cs typeface="Times New Roman"/>
              </a:rPr>
              <a:t>./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81800" y="4648200"/>
            <a:ext cx="6096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06880">
              <a:lnSpc>
                <a:spcPts val="1050"/>
              </a:lnSpc>
              <a:spcBef>
                <a:spcPts val="52"/>
              </a:spcBef>
            </a:pPr>
            <a:r>
              <a:rPr sz="1800" spc="0" baseline="2415" dirty="0" smtClean="0">
                <a:solidFill>
                  <a:srgbClr val="C64238"/>
                </a:solidFill>
                <a:latin typeface="Times New Roman"/>
                <a:cs typeface="Times New Roman"/>
              </a:rPr>
              <a:t>)(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6400" y="4800600"/>
            <a:ext cx="3657600" cy="146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60"/>
              </a:spcBef>
            </a:pPr>
            <a:r>
              <a:rPr sz="700" b="1" spc="0" dirty="0" smtClean="0">
                <a:latin typeface="Calibri"/>
                <a:cs typeface="Calibri"/>
              </a:rPr>
              <a:t>J</a:t>
            </a:r>
            <a:r>
              <a:rPr sz="700" b="1" spc="4" dirty="0" smtClean="0">
                <a:latin typeface="Calibri"/>
                <a:cs typeface="Calibri"/>
              </a:rPr>
              <a:t>DB</a:t>
            </a:r>
            <a:r>
              <a:rPr sz="700" b="1" spc="0" dirty="0" smtClean="0">
                <a:latin typeface="Calibri"/>
                <a:cs typeface="Calibri"/>
              </a:rPr>
              <a:t>C</a:t>
            </a:r>
            <a:r>
              <a:rPr sz="700" b="1" spc="-14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S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-4" dirty="0" smtClean="0">
                <a:latin typeface="Calibri"/>
                <a:cs typeface="Calibri"/>
              </a:rPr>
              <a:t>vic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34000" y="4800600"/>
            <a:ext cx="762000" cy="146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60" marR="327538" algn="ctr">
              <a:lnSpc>
                <a:spcPts val="1025"/>
              </a:lnSpc>
              <a:spcBef>
                <a:spcPts val="51"/>
              </a:spcBef>
            </a:pPr>
            <a:r>
              <a:rPr sz="1650" spc="0" baseline="2635" dirty="0" smtClean="0">
                <a:solidFill>
                  <a:srgbClr val="C64238"/>
                </a:solidFill>
                <a:latin typeface="Arial"/>
                <a:cs typeface="Arial"/>
              </a:rPr>
              <a:t>)(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96000" y="4800600"/>
            <a:ext cx="685800" cy="146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7500" marR="329598" algn="ctr">
              <a:lnSpc>
                <a:spcPts val="1025"/>
              </a:lnSpc>
              <a:spcBef>
                <a:spcPts val="51"/>
              </a:spcBef>
            </a:pPr>
            <a:r>
              <a:rPr sz="1650" spc="0" baseline="2635" dirty="0" smtClean="0">
                <a:solidFill>
                  <a:srgbClr val="C64238"/>
                </a:solidFill>
                <a:latin typeface="Arial"/>
                <a:cs typeface="Arial"/>
              </a:rPr>
              <a:t>)(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81800" y="4800600"/>
            <a:ext cx="609600" cy="146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06877">
              <a:lnSpc>
                <a:spcPts val="1050"/>
              </a:lnSpc>
              <a:spcBef>
                <a:spcPts val="52"/>
              </a:spcBef>
            </a:pPr>
            <a:r>
              <a:rPr sz="1800" spc="0" baseline="2415" dirty="0" smtClean="0">
                <a:solidFill>
                  <a:srgbClr val="C64238"/>
                </a:solidFill>
                <a:latin typeface="Times New Roman"/>
                <a:cs typeface="Times New Roman"/>
              </a:rPr>
              <a:t>)(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6400" y="4947412"/>
            <a:ext cx="3657600" cy="146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60"/>
              </a:spcBef>
            </a:pPr>
            <a:r>
              <a:rPr sz="700" b="1" spc="0" dirty="0" smtClean="0">
                <a:latin typeface="Calibri"/>
                <a:cs typeface="Calibri"/>
              </a:rPr>
              <a:t>J</a:t>
            </a:r>
            <a:r>
              <a:rPr sz="700" b="1" spc="-4" dirty="0" smtClean="0">
                <a:latin typeface="Calibri"/>
                <a:cs typeface="Calibri"/>
              </a:rPr>
              <a:t>N</a:t>
            </a:r>
            <a:r>
              <a:rPr sz="700" b="1" spc="4" dirty="0" smtClean="0">
                <a:latin typeface="Calibri"/>
                <a:cs typeface="Calibri"/>
              </a:rPr>
              <a:t>D</a:t>
            </a:r>
            <a:r>
              <a:rPr sz="700" b="1" spc="0" dirty="0" smtClean="0">
                <a:latin typeface="Calibri"/>
                <a:cs typeface="Calibri"/>
              </a:rPr>
              <a:t>I</a:t>
            </a:r>
            <a:r>
              <a:rPr sz="700" b="1" spc="1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S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-4" dirty="0" smtClean="0">
                <a:latin typeface="Calibri"/>
                <a:cs typeface="Calibri"/>
              </a:rPr>
              <a:t>vic</a:t>
            </a:r>
            <a:r>
              <a:rPr sz="700" b="1" spc="0" dirty="0" smtClean="0">
                <a:latin typeface="Calibri"/>
                <a:cs typeface="Calibri"/>
              </a:rPr>
              <a:t>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34000" y="4947412"/>
            <a:ext cx="762000" cy="146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57" marR="327540" algn="ctr">
              <a:lnSpc>
                <a:spcPts val="1070"/>
              </a:lnSpc>
              <a:spcBef>
                <a:spcPts val="53"/>
              </a:spcBef>
            </a:pPr>
            <a:r>
              <a:rPr sz="1100" spc="0" dirty="0" smtClean="0">
                <a:solidFill>
                  <a:srgbClr val="C64238"/>
                </a:solidFill>
                <a:latin typeface="Arial"/>
                <a:cs typeface="Arial"/>
              </a:rPr>
              <a:t>)(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6000" y="4947412"/>
            <a:ext cx="685800" cy="146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5736" marR="338319" algn="ctr">
              <a:lnSpc>
                <a:spcPts val="1070"/>
              </a:lnSpc>
              <a:spcBef>
                <a:spcPts val="53"/>
              </a:spcBef>
            </a:pPr>
            <a:r>
              <a:rPr sz="1100" spc="0" dirty="0" smtClean="0">
                <a:solidFill>
                  <a:srgbClr val="178C17"/>
                </a:solidFill>
                <a:latin typeface="Arial"/>
                <a:cs typeface="Arial"/>
              </a:rPr>
              <a:t>./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81800" y="4947412"/>
            <a:ext cx="609600" cy="146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06875">
              <a:lnSpc>
                <a:spcPts val="1095"/>
              </a:lnSpc>
              <a:spcBef>
                <a:spcPts val="54"/>
              </a:spcBef>
            </a:pPr>
            <a:r>
              <a:rPr sz="1800" spc="0" baseline="2415" dirty="0" smtClean="0">
                <a:solidFill>
                  <a:srgbClr val="C64238"/>
                </a:solidFill>
                <a:latin typeface="Times New Roman"/>
                <a:cs typeface="Times New Roman"/>
              </a:rPr>
              <a:t>)(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6400" y="5094224"/>
            <a:ext cx="3657600" cy="146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60"/>
              </a:spcBef>
            </a:pPr>
            <a:r>
              <a:rPr sz="700" b="1" spc="0" dirty="0" smtClean="0">
                <a:latin typeface="Calibri"/>
                <a:cs typeface="Calibri"/>
              </a:rPr>
              <a:t>JPA</a:t>
            </a:r>
            <a:r>
              <a:rPr sz="700" b="1" spc="9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S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-4" dirty="0" smtClean="0">
                <a:latin typeface="Calibri"/>
                <a:cs typeface="Calibri"/>
              </a:rPr>
              <a:t>vic</a:t>
            </a:r>
            <a:r>
              <a:rPr sz="700" b="1" spc="0" dirty="0" smtClean="0">
                <a:latin typeface="Calibri"/>
                <a:cs typeface="Calibri"/>
              </a:rPr>
              <a:t>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4000" y="5094224"/>
            <a:ext cx="762000" cy="146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55" marR="327543" algn="ctr">
              <a:lnSpc>
                <a:spcPts val="1115"/>
              </a:lnSpc>
              <a:spcBef>
                <a:spcPts val="55"/>
              </a:spcBef>
            </a:pPr>
            <a:r>
              <a:rPr sz="1100" spc="0" dirty="0" smtClean="0">
                <a:solidFill>
                  <a:srgbClr val="C64238"/>
                </a:solidFill>
                <a:latin typeface="Arial"/>
                <a:cs typeface="Arial"/>
              </a:rPr>
              <a:t>)(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6000" y="5094224"/>
            <a:ext cx="685800" cy="146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7495" marR="329603" algn="ctr">
              <a:lnSpc>
                <a:spcPts val="1115"/>
              </a:lnSpc>
              <a:spcBef>
                <a:spcPts val="55"/>
              </a:spcBef>
            </a:pPr>
            <a:r>
              <a:rPr sz="1100" spc="0" dirty="0" smtClean="0">
                <a:solidFill>
                  <a:srgbClr val="C64238"/>
                </a:solidFill>
                <a:latin typeface="Arial"/>
                <a:cs typeface="Arial"/>
              </a:rPr>
              <a:t>)(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81800" y="5094224"/>
            <a:ext cx="609600" cy="146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06872">
              <a:lnSpc>
                <a:spcPts val="1140"/>
              </a:lnSpc>
              <a:spcBef>
                <a:spcPts val="57"/>
              </a:spcBef>
            </a:pPr>
            <a:r>
              <a:rPr sz="1800" spc="0" baseline="2415" dirty="0" smtClean="0">
                <a:solidFill>
                  <a:srgbClr val="C64238"/>
                </a:solidFill>
                <a:latin typeface="Times New Roman"/>
                <a:cs typeface="Times New Roman"/>
              </a:rPr>
              <a:t>)(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6400" y="5241036"/>
            <a:ext cx="3657600" cy="1691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25">
              <a:lnSpc>
                <a:spcPct val="101725"/>
              </a:lnSpc>
              <a:spcBef>
                <a:spcPts val="60"/>
              </a:spcBef>
            </a:pPr>
            <a:r>
              <a:rPr sz="700" b="1" spc="4" dirty="0" smtClean="0">
                <a:latin typeface="Calibri"/>
                <a:cs typeface="Calibri"/>
              </a:rPr>
              <a:t>H</a:t>
            </a:r>
            <a:r>
              <a:rPr sz="700" b="1" spc="-4" dirty="0" smtClean="0">
                <a:latin typeface="Calibri"/>
                <a:cs typeface="Calibri"/>
              </a:rPr>
              <a:t>i</a:t>
            </a:r>
            <a:r>
              <a:rPr sz="700" b="1" spc="0" dirty="0" smtClean="0">
                <a:latin typeface="Calibri"/>
                <a:cs typeface="Calibri"/>
              </a:rPr>
              <a:t>b</a:t>
            </a:r>
            <a:r>
              <a:rPr sz="700" b="1" spc="-4" dirty="0" smtClean="0">
                <a:latin typeface="Calibri"/>
                <a:cs typeface="Calibri"/>
              </a:rPr>
              <a:t>e</a:t>
            </a:r>
            <a:r>
              <a:rPr sz="700" b="1" spc="4" dirty="0" smtClean="0">
                <a:latin typeface="Calibri"/>
                <a:cs typeface="Calibri"/>
              </a:rPr>
              <a:t>r</a:t>
            </a:r>
            <a:r>
              <a:rPr sz="700" b="1" spc="0" dirty="0" smtClean="0">
                <a:latin typeface="Calibri"/>
                <a:cs typeface="Calibri"/>
              </a:rPr>
              <a:t>nate</a:t>
            </a:r>
            <a:r>
              <a:rPr sz="700" b="1" spc="-24" dirty="0" smtClean="0">
                <a:latin typeface="Calibri"/>
                <a:cs typeface="Calibri"/>
              </a:rPr>
              <a:t> </a:t>
            </a:r>
            <a:r>
              <a:rPr sz="700" b="1" spc="-4" dirty="0" smtClean="0">
                <a:latin typeface="Calibri"/>
                <a:cs typeface="Calibri"/>
              </a:rPr>
              <a:t>I</a:t>
            </a:r>
            <a:r>
              <a:rPr sz="700" b="1" spc="0" dirty="0" smtClean="0">
                <a:latin typeface="Calibri"/>
                <a:cs typeface="Calibri"/>
              </a:rPr>
              <a:t>n</a:t>
            </a:r>
            <a:r>
              <a:rPr sz="700" b="1" spc="-4" dirty="0" smtClean="0">
                <a:latin typeface="Calibri"/>
                <a:cs typeface="Calibri"/>
              </a:rPr>
              <a:t>t</a:t>
            </a:r>
            <a:r>
              <a:rPr sz="700" b="1" spc="0" dirty="0" smtClean="0">
                <a:latin typeface="Calibri"/>
                <a:cs typeface="Calibri"/>
              </a:rPr>
              <a:t>e</a:t>
            </a:r>
            <a:r>
              <a:rPr sz="700" b="1" spc="4" dirty="0" smtClean="0">
                <a:latin typeface="Calibri"/>
                <a:cs typeface="Calibri"/>
              </a:rPr>
              <a:t>gra</a:t>
            </a:r>
            <a:r>
              <a:rPr sz="700" b="1" spc="0" dirty="0" smtClean="0">
                <a:latin typeface="Calibri"/>
                <a:cs typeface="Calibri"/>
              </a:rPr>
              <a:t>t</a:t>
            </a:r>
            <a:r>
              <a:rPr sz="700" b="1" spc="-4" dirty="0" smtClean="0">
                <a:latin typeface="Calibri"/>
                <a:cs typeface="Calibri"/>
              </a:rPr>
              <a:t>io</a:t>
            </a:r>
            <a:r>
              <a:rPr sz="700" b="1" spc="0" dirty="0" smtClean="0"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4000" y="5241036"/>
            <a:ext cx="762000" cy="1691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5752" marR="327545" algn="ctr">
              <a:lnSpc>
                <a:spcPts val="1155"/>
              </a:lnSpc>
              <a:spcBef>
                <a:spcPts val="57"/>
              </a:spcBef>
            </a:pPr>
            <a:r>
              <a:rPr sz="1100" spc="0" dirty="0" smtClean="0">
                <a:solidFill>
                  <a:srgbClr val="C64238"/>
                </a:solidFill>
                <a:latin typeface="Arial"/>
                <a:cs typeface="Arial"/>
              </a:rPr>
              <a:t>)(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0" y="5241036"/>
            <a:ext cx="685800" cy="1691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7492" marR="329605" algn="ctr">
              <a:lnSpc>
                <a:spcPts val="1155"/>
              </a:lnSpc>
              <a:spcBef>
                <a:spcPts val="57"/>
              </a:spcBef>
            </a:pPr>
            <a:r>
              <a:rPr sz="1100" spc="0" dirty="0" smtClean="0">
                <a:solidFill>
                  <a:srgbClr val="C64238"/>
                </a:solidFill>
                <a:latin typeface="Arial"/>
                <a:cs typeface="Arial"/>
              </a:rPr>
              <a:t>)(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81800" y="5241036"/>
            <a:ext cx="609600" cy="1691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06870">
              <a:lnSpc>
                <a:spcPts val="1185"/>
              </a:lnSpc>
              <a:spcBef>
                <a:spcPts val="59"/>
              </a:spcBef>
            </a:pPr>
            <a:r>
              <a:rPr sz="1200" spc="0" dirty="0" smtClean="0">
                <a:solidFill>
                  <a:srgbClr val="C64238"/>
                </a:solidFill>
                <a:latin typeface="Times New Roman"/>
                <a:cs typeface="Times New Roman"/>
              </a:rPr>
              <a:t>)(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86800" y="1282699"/>
            <a:ext cx="3937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7" name="object 8"/>
          <p:cNvSpPr txBox="1"/>
          <p:nvPr/>
        </p:nvSpPr>
        <p:spPr>
          <a:xfrm>
            <a:off x="2374773" y="292748"/>
            <a:ext cx="3538656" cy="7746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170"/>
              </a:lnSpc>
              <a:spcBef>
                <a:spcPts val="158"/>
              </a:spcBef>
            </a:pPr>
            <a:r>
              <a:rPr lang="en-US" sz="3000" dirty="0" smtClean="0">
                <a:latin typeface="Arial"/>
                <a:cs typeface="Arial"/>
              </a:rPr>
              <a:t>Container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3101340" y="121920"/>
            <a:ext cx="612648" cy="8458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03748" y="121920"/>
            <a:ext cx="608076" cy="8458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3172" y="1445530"/>
            <a:ext cx="5803406" cy="10118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3811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U</a:t>
            </a:r>
            <a:r>
              <a:rPr sz="2000" spc="9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20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Eclip</a:t>
            </a:r>
            <a:r>
              <a:rPr sz="2000" spc="4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20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PDE for</a:t>
            </a:r>
            <a:r>
              <a:rPr sz="20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OSGi</a:t>
            </a:r>
            <a:r>
              <a:rPr sz="20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bun</a:t>
            </a:r>
            <a:r>
              <a:rPr sz="2000" spc="4" dirty="0" smtClean="0">
                <a:solidFill>
                  <a:srgbClr val="959595"/>
                </a:solidFill>
                <a:latin typeface="Arial"/>
                <a:cs typeface="Arial"/>
              </a:rPr>
              <a:t>d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le</a:t>
            </a:r>
            <a:r>
              <a:rPr sz="20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development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955"/>
              </a:spcBef>
            </a:pP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2000" spc="-9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Gi</a:t>
            </a:r>
            <a:r>
              <a:rPr sz="20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build can</a:t>
            </a:r>
            <a:r>
              <a:rPr sz="20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be</a:t>
            </a:r>
            <a:r>
              <a:rPr sz="20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ma</a:t>
            </a:r>
            <a:r>
              <a:rPr sz="20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en</a:t>
            </a:r>
            <a:r>
              <a:rPr sz="20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enabled,</a:t>
            </a:r>
            <a:r>
              <a:rPr sz="20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plugin provided</a:t>
            </a:r>
            <a:endParaRPr sz="2000">
              <a:latin typeface="Arial"/>
              <a:cs typeface="Arial"/>
            </a:endParaRPr>
          </a:p>
          <a:p>
            <a:pPr marL="12700" marR="43811">
              <a:lnSpc>
                <a:spcPct val="95825"/>
              </a:lnSpc>
              <a:spcBef>
                <a:spcPts val="100"/>
              </a:spcBef>
            </a:pP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Felix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1497467"/>
            <a:ext cx="141223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0"/>
              </a:lnSpc>
              <a:spcBef>
                <a:spcPts val="81"/>
              </a:spcBef>
            </a:pPr>
            <a:r>
              <a:rPr sz="1500" spc="0" dirty="0" smtClean="0">
                <a:latin typeface="Wingdings"/>
                <a:cs typeface="Wingdings"/>
              </a:rPr>
              <a:t></a:t>
            </a:r>
            <a:endParaRPr sz="15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4129" y="1872384"/>
            <a:ext cx="1238563" cy="280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by apache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924322"/>
            <a:ext cx="141409" cy="2162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0" dirty="0" smtClean="0">
                <a:latin typeface="Wingdings"/>
                <a:cs typeface="Wingdings"/>
              </a:rPr>
              <a:t></a:t>
            </a:r>
            <a:endParaRPr sz="1500">
              <a:latin typeface="Wingdings"/>
              <a:cs typeface="Wingding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3172" y="2604151"/>
            <a:ext cx="7173511" cy="584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Bundle </a:t>
            </a:r>
            <a:r>
              <a:rPr sz="2000" spc="-9" dirty="0" smtClean="0">
                <a:solidFill>
                  <a:srgbClr val="959595"/>
                </a:solidFill>
                <a:latin typeface="Arial"/>
                <a:cs typeface="Arial"/>
              </a:rPr>
              <a:t>v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2000" spc="4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si</a:t>
            </a:r>
            <a:r>
              <a:rPr sz="20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2000" spc="-25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u</a:t>
            </a:r>
            <a:r>
              <a:rPr sz="2000" spc="4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ed</a:t>
            </a:r>
            <a:r>
              <a:rPr sz="2000" spc="-25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for</a:t>
            </a:r>
            <a:r>
              <a:rPr sz="2000" spc="-1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build and</a:t>
            </a:r>
            <a:r>
              <a:rPr sz="2000" spc="-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depl</a:t>
            </a:r>
            <a:r>
              <a:rPr sz="2000" spc="4" dirty="0" smtClean="0">
                <a:solidFill>
                  <a:srgbClr val="959595"/>
                </a:solidFill>
                <a:latin typeface="Arial"/>
                <a:cs typeface="Arial"/>
              </a:rPr>
              <a:t>o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y</a:t>
            </a:r>
            <a:r>
              <a:rPr sz="2000" spc="-9" dirty="0" smtClean="0">
                <a:solidFill>
                  <a:srgbClr val="959595"/>
                </a:solidFill>
                <a:latin typeface="Arial"/>
                <a:cs typeface="Arial"/>
              </a:rPr>
              <a:t>m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ent,</a:t>
            </a:r>
            <a:r>
              <a:rPr sz="2000" spc="-3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2000" spc="4" dirty="0" smtClean="0">
                <a:solidFill>
                  <a:srgbClr val="959595"/>
                </a:solidFill>
                <a:latin typeface="Arial"/>
                <a:cs typeface="Arial"/>
              </a:rPr>
              <a:t>a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n</a:t>
            </a:r>
            <a:r>
              <a:rPr sz="2000" spc="4" dirty="0" smtClean="0">
                <a:solidFill>
                  <a:srgbClr val="959595"/>
                </a:solidFill>
                <a:latin typeface="Arial"/>
                <a:cs typeface="Arial"/>
              </a:rPr>
              <a:t>k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ing</a:t>
            </a:r>
            <a:r>
              <a:rPr sz="20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u</a:t>
            </a:r>
            <a:r>
              <a:rPr sz="2000" spc="4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ed</a:t>
            </a:r>
            <a:r>
              <a:rPr sz="2000" spc="-25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for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ct val="95825"/>
              </a:lnSpc>
            </a:pP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20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rvice</a:t>
            </a:r>
            <a:r>
              <a:rPr sz="20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implementat</a:t>
            </a:r>
            <a:r>
              <a:rPr sz="2000" spc="-4" dirty="0" smtClean="0">
                <a:solidFill>
                  <a:srgbClr val="959595"/>
                </a:solidFill>
                <a:latin typeface="Arial"/>
                <a:cs typeface="Arial"/>
              </a:rPr>
              <a:t>i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on</a:t>
            </a:r>
            <a:r>
              <a:rPr sz="2000" spc="-25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20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le</a:t>
            </a:r>
            <a:r>
              <a:rPr sz="2000" spc="4" dirty="0" smtClean="0">
                <a:solidFill>
                  <a:srgbClr val="959595"/>
                </a:solidFill>
                <a:latin typeface="Arial"/>
                <a:cs typeface="Arial"/>
              </a:rPr>
              <a:t>c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tion</a:t>
            </a:r>
            <a:r>
              <a:rPr sz="2000" spc="-2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from</a:t>
            </a:r>
            <a:r>
              <a:rPr sz="2000" spc="-24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20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rvice</a:t>
            </a:r>
            <a:r>
              <a:rPr sz="2000" spc="-19" dirty="0" smtClean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r</a:t>
            </a:r>
            <a:r>
              <a:rPr sz="2000" spc="4" dirty="0" smtClean="0">
                <a:solidFill>
                  <a:srgbClr val="959595"/>
                </a:solidFill>
                <a:latin typeface="Arial"/>
                <a:cs typeface="Arial"/>
              </a:rPr>
              <a:t>e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gi</a:t>
            </a:r>
            <a:r>
              <a:rPr sz="2000" spc="4" dirty="0" smtClean="0">
                <a:solidFill>
                  <a:srgbClr val="959595"/>
                </a:solidFill>
                <a:latin typeface="Arial"/>
                <a:cs typeface="Arial"/>
              </a:rPr>
              <a:t>s</a:t>
            </a:r>
            <a:r>
              <a:rPr sz="2000" spc="0" dirty="0" smtClean="0">
                <a:solidFill>
                  <a:srgbClr val="959595"/>
                </a:solidFill>
                <a:latin typeface="Arial"/>
                <a:cs typeface="Arial"/>
              </a:rPr>
              <a:t>try</a:t>
            </a:r>
            <a:endParaRPr sz="20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5940" y="2656088"/>
            <a:ext cx="141223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0"/>
              </a:lnSpc>
              <a:spcBef>
                <a:spcPts val="81"/>
              </a:spcBef>
            </a:pPr>
            <a:r>
              <a:rPr sz="1500" spc="0" dirty="0" smtClean="0">
                <a:latin typeface="Wingdings"/>
                <a:cs typeface="Wingdings"/>
              </a:rPr>
              <a:t></a:t>
            </a:r>
            <a:endParaRPr sz="1500">
              <a:latin typeface="Wingdings"/>
              <a:cs typeface="Wingdings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smtClean="0"/>
              <a:t>OSGI Development</a:t>
            </a:r>
            <a:endParaRPr lang="de-DE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83540" y="4435239"/>
            <a:ext cx="777986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75"/>
              </a:lnSpc>
              <a:spcBef>
                <a:spcPts val="78"/>
              </a:spcBef>
            </a:pPr>
            <a:r>
              <a:rPr sz="14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Re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omm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nded</a:t>
            </a:r>
            <a:r>
              <a:rPr sz="1200" b="1" spc="-2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pproa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c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200" b="1" spc="-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to</a:t>
            </a:r>
            <a:r>
              <a:rPr sz="1200" b="1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ex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pose</a:t>
            </a:r>
            <a:r>
              <a:rPr sz="1200" b="1" spc="-1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se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200" b="1" spc="-1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ce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b="1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bun</a:t>
            </a:r>
            <a:r>
              <a:rPr sz="1200" b="1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l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to</a:t>
            </a:r>
            <a:r>
              <a:rPr sz="1200" b="1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25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200" b="1" spc="-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ppli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ca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tions,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 i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b="1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by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use of</a:t>
            </a:r>
            <a:r>
              <a:rPr sz="1200" b="1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CSF</a:t>
            </a:r>
            <a:r>
              <a:rPr sz="1200" b="1" spc="4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DOSGi</a:t>
            </a:r>
            <a:r>
              <a:rPr sz="1200" b="1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bun</a:t>
            </a:r>
            <a:r>
              <a:rPr sz="1200" b="1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le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4874151"/>
            <a:ext cx="6915353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75"/>
              </a:lnSpc>
              <a:spcBef>
                <a:spcPts val="78"/>
              </a:spcBef>
            </a:pPr>
            <a:r>
              <a:rPr sz="1450" spc="0" dirty="0" smtClean="0">
                <a:solidFill>
                  <a:srgbClr val="DB231C"/>
                </a:solidFill>
                <a:latin typeface="Arial"/>
                <a:cs typeface="Arial"/>
              </a:rPr>
              <a:t>•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The CXF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DOSGi</a:t>
            </a:r>
            <a:r>
              <a:rPr sz="1200" b="1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bun</a:t>
            </a:r>
            <a:r>
              <a:rPr sz="1200" b="1" spc="-4" dirty="0" smtClean="0">
                <a:solidFill>
                  <a:srgbClr val="2E5E5E"/>
                </a:solidFill>
                <a:latin typeface="Arial"/>
                <a:cs typeface="Arial"/>
              </a:rPr>
              <a:t>d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le</a:t>
            </a:r>
            <a:r>
              <a:rPr sz="1200" b="1" spc="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ex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pos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b="1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b="1" spc="-4" dirty="0" smtClean="0">
                <a:solidFill>
                  <a:srgbClr val="2E5E5E"/>
                </a:solidFill>
                <a:latin typeface="Arial"/>
                <a:cs typeface="Arial"/>
              </a:rPr>
              <a:t>h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 se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200" b="1" spc="-1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ce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b="1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a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b="1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25" dirty="0" smtClean="0">
                <a:solidFill>
                  <a:srgbClr val="2E5E5E"/>
                </a:solidFill>
                <a:latin typeface="Arial"/>
                <a:cs typeface="Arial"/>
              </a:rPr>
              <a:t>w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b</a:t>
            </a:r>
            <a:r>
              <a:rPr sz="1200" b="1" spc="-3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se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200" b="1" spc="-1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ce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s</a:t>
            </a:r>
            <a:r>
              <a:rPr sz="1200" b="1" spc="-2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by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us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i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ng</a:t>
            </a:r>
            <a:r>
              <a:rPr sz="1200" b="1" spc="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mb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dded</a:t>
            </a:r>
            <a:r>
              <a:rPr sz="1200" b="1" spc="-4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-9" dirty="0" smtClean="0">
                <a:solidFill>
                  <a:srgbClr val="2E5E5E"/>
                </a:solidFill>
                <a:latin typeface="Arial"/>
                <a:cs typeface="Arial"/>
              </a:rPr>
              <a:t>j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b="1" spc="-4" dirty="0" smtClean="0">
                <a:solidFill>
                  <a:srgbClr val="2E5E5E"/>
                </a:solidFill>
                <a:latin typeface="Arial"/>
                <a:cs typeface="Arial"/>
              </a:rPr>
              <a:t>t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y</a:t>
            </a:r>
            <a:r>
              <a:rPr sz="1200" b="1" spc="19" dirty="0" smtClean="0">
                <a:solidFill>
                  <a:srgbClr val="2E5E5E"/>
                </a:solidFill>
                <a:latin typeface="Arial"/>
                <a:cs typeface="Arial"/>
              </a:rPr>
              <a:t> 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se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r>
              <a:rPr sz="1200" b="1" spc="-19" dirty="0" smtClean="0">
                <a:solidFill>
                  <a:srgbClr val="2E5E5E"/>
                </a:solidFill>
                <a:latin typeface="Arial"/>
                <a:cs typeface="Arial"/>
              </a:rPr>
              <a:t>v</a:t>
            </a:r>
            <a:r>
              <a:rPr sz="1200" b="1" spc="4" dirty="0" smtClean="0">
                <a:solidFill>
                  <a:srgbClr val="2E5E5E"/>
                </a:solidFill>
                <a:latin typeface="Arial"/>
                <a:cs typeface="Arial"/>
              </a:rPr>
              <a:t>e</a:t>
            </a:r>
            <a:r>
              <a:rPr sz="1200" b="1" spc="0" dirty="0" smtClean="0">
                <a:solidFill>
                  <a:srgbClr val="2E5E5E"/>
                </a:solidFill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99" y="1066800"/>
            <a:ext cx="6817547" cy="2388375"/>
          </a:xfrm>
          <a:prstGeom prst="rect">
            <a:avLst/>
          </a:prstGeom>
        </p:spPr>
      </p:pic>
      <p:sp>
        <p:nvSpPr>
          <p:cNvPr id="38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smtClean="0"/>
              <a:t>OSGI Container</a:t>
            </a:r>
            <a:endParaRPr 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E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1538</Words>
  <Application>Microsoft Office PowerPoint</Application>
  <PresentationFormat>On-screen Show (4:3)</PresentationFormat>
  <Paragraphs>318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Courier New</vt:lpstr>
      <vt:lpstr>Times New Roman</vt:lpstr>
      <vt:lpstr>Wingdings</vt:lpstr>
      <vt:lpstr>Office Theme</vt:lpstr>
      <vt:lpstr>OSGI</vt:lpstr>
      <vt:lpstr>OSGI</vt:lpstr>
      <vt:lpstr>Trend</vt:lpstr>
      <vt:lpstr>Challenges</vt:lpstr>
      <vt:lpstr>Some more challenges</vt:lpstr>
      <vt:lpstr>Design terms</vt:lpstr>
      <vt:lpstr>Runtime modularity</vt:lpstr>
      <vt:lpstr>OSGI</vt:lpstr>
      <vt:lpstr>PowerPoint Presentation</vt:lpstr>
      <vt:lpstr>PowerPoint Presentation</vt:lpstr>
      <vt:lpstr>PowerPoint Presentation</vt:lpstr>
      <vt:lpstr>PowerPoint Presentation</vt:lpstr>
      <vt:lpstr>OSGI framework Bundles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TrueLabs</cp:lastModifiedBy>
  <cp:revision>37</cp:revision>
  <dcterms:modified xsi:type="dcterms:W3CDTF">2015-08-27T10:22:49Z</dcterms:modified>
</cp:coreProperties>
</file>