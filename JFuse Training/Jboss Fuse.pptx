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82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9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3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3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6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3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10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48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06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82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32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6FC62-8FE2-4F88-ABBE-43F0272185F8}" type="datetimeFigureOut">
              <a:rPr lang="en-IN" smtClean="0"/>
              <a:t>27-08-2015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C1F95-AA17-4995-B81F-1ED1BA550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6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 err="1" smtClean="0"/>
              <a:t>Jboss</a:t>
            </a:r>
            <a:r>
              <a:rPr lang="en-IE" dirty="0" smtClean="0"/>
              <a:t> Fuse</a:t>
            </a:r>
            <a:endParaRPr lang="en-IE" dirty="0" smtClean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Red Hat </a:t>
            </a:r>
            <a:r>
              <a:rPr lang="en-US" sz="2400" dirty="0" err="1" smtClean="0"/>
              <a:t>JBoss</a:t>
            </a:r>
            <a:r>
              <a:rPr lang="en-US" sz="2400" dirty="0" smtClean="0"/>
              <a:t> Fuse is an open, standards-based integration platform. It reduces the complexity of integrating disparate applications by leveraging the principles of Service Oriented Architecture (SOA) and standardized packaging frameworks.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40562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 smtClean="0"/>
              <a:t>Jboss</a:t>
            </a:r>
            <a:r>
              <a:rPr lang="en-IE" dirty="0" smtClean="0"/>
              <a:t> Fuse</a:t>
            </a:r>
            <a:endParaRPr lang="en-IE" dirty="0" smtClean="0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592541" y="1932732"/>
            <a:ext cx="106259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Hat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JBoss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Fuse is lightweight and can run on most platforms.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Hat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JBoss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Fuse uses the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OSGi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to simplify componentization of applications.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Hat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JBoss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Fuse provides a mechanism, Fuse Application Bundle (FAB), that automates creating and maintaining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OSGi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bundles.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FABs free application developers from the complexities associated with creating and maintaining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OSGi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bundles, enabling them to focus on building their applications. This is especially useful when you are developing large, complex enterprise applications. See FABs in a nutshell.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Hat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JBoss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Fuse supports the Java Business Integration (JBI) specification (JSR 208).</a:t>
            </a:r>
          </a:p>
        </p:txBody>
      </p:sp>
    </p:spTree>
    <p:extLst>
      <p:ext uri="{BB962C8B-B14F-4D97-AF65-F5344CB8AC3E}">
        <p14:creationId xmlns:p14="http://schemas.microsoft.com/office/powerpoint/2010/main" val="297799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Jboss</a:t>
            </a:r>
            <a:r>
              <a:rPr lang="en-US" dirty="0" smtClean="0"/>
              <a:t> Fuse </a:t>
            </a:r>
            <a:r>
              <a:rPr lang="en-US" dirty="0" err="1" smtClean="0"/>
              <a:t>Architechture</a:t>
            </a:r>
            <a:endParaRPr lang="en-IN" dirty="0"/>
          </a:p>
        </p:txBody>
      </p:sp>
      <p:pic>
        <p:nvPicPr>
          <p:cNvPr id="2050" name="Picture 2" descr="Red Hat JBoss Fuse Architec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225" y="1825625"/>
            <a:ext cx="651354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9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Queue- and topic-based messaging</a:t>
            </a:r>
          </a:p>
          <a:p>
            <a:r>
              <a:rPr lang="en-IN" b="1" dirty="0" smtClean="0"/>
              <a:t>Request/reply messaging</a:t>
            </a:r>
          </a:p>
          <a:p>
            <a:r>
              <a:rPr lang="en-IN" b="1" dirty="0" smtClean="0"/>
              <a:t>Persistent and </a:t>
            </a:r>
            <a:r>
              <a:rPr lang="en-IN" b="1" dirty="0" err="1" smtClean="0"/>
              <a:t>nonpersistent</a:t>
            </a:r>
            <a:r>
              <a:rPr lang="en-IN" b="1" dirty="0" smtClean="0"/>
              <a:t> messages</a:t>
            </a:r>
          </a:p>
          <a:p>
            <a:r>
              <a:rPr lang="en-IN" b="1" dirty="0" smtClean="0"/>
              <a:t>JMS transactions</a:t>
            </a:r>
          </a:p>
          <a:p>
            <a:r>
              <a:rPr lang="en-IN" b="1" dirty="0" smtClean="0"/>
              <a:t>XA transactions</a:t>
            </a:r>
          </a:p>
          <a:p>
            <a:endParaRPr lang="en-IN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50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Enterprise integration patterns</a:t>
            </a:r>
          </a:p>
          <a:p>
            <a:r>
              <a:rPr lang="en-IN" dirty="0" smtClean="0"/>
              <a:t>Modular and pluggable architecture</a:t>
            </a:r>
          </a:p>
          <a:p>
            <a:r>
              <a:rPr lang="en-IN" dirty="0" smtClean="0"/>
              <a:t>Convention Over Configuration</a:t>
            </a:r>
          </a:p>
          <a:p>
            <a:r>
              <a:rPr lang="en-IN" dirty="0" smtClean="0"/>
              <a:t>Automatic type converters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03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180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Jboss Fuse</vt:lpstr>
      <vt:lpstr>Jboss Fuse</vt:lpstr>
      <vt:lpstr>Jboss Fuse Architechture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Jboss Fuse</dc:title>
  <dc:creator>TrueLabs</dc:creator>
  <cp:lastModifiedBy>TrueLabs</cp:lastModifiedBy>
  <cp:revision>8</cp:revision>
  <dcterms:created xsi:type="dcterms:W3CDTF">2015-08-27T02:55:26Z</dcterms:created>
  <dcterms:modified xsi:type="dcterms:W3CDTF">2015-08-27T08:25:44Z</dcterms:modified>
</cp:coreProperties>
</file>